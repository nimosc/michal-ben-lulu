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21374100" cx="30276800"/>
  <p:notesSz cx="5030775" cy="32019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25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lLES6x4p8HaAj4VW4dTGi0m5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039C9-41EA-491F-BF92-9D442EE57FDA}">
  <a:tblStyle styleId="{F5F039C9-41EA-491F-BF92-9D442EE57F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0293766" y="6419850"/>
            <a:ext cx="9175674" cy="366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כתב כמויות</a:t>
            </a:r>
            <a:endParaRPr/>
          </a:p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010480" y="12693828"/>
            <a:ext cx="9448800" cy="2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{{projectName}} {{floorName}}         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{{editionLine}}   {{year}}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91" name="Google Shape;91;p1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93" name="Google Shape;93;p1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{{productUrl}}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{{reflector}}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{{lensCover}}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{{beamAngle}}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{{adjustment}}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{{lightDistribution}}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{{roomNames}}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{{lampLife}}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{{efficiency}}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{{glare}}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{{driverLocation}}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{{dimmingMethod}}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{{finishColor}}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{{bodyDiameter}}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{{bodyWidth}}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{{bodyHeight}}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{{rosetteType}}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{{importer}}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{{projectName}} {{projectName}}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{{mark}}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{{productTitle}}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{{manufacturer}}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{{description}}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{{cri}}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{{lumens}}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{{colorTemp}}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{{watt}}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{{voltageCurrent}}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{{totalUnits}}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{{sku}}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{{l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ightSource}}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{{mountingInstructionsLabel}}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{{mountingInstructionsUrl}}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