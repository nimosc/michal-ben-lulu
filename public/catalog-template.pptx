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</p:sldIdLst>
  <p:sldSz cy="21374100" cx="30276800"/>
  <p:notesSz cx="5030775" cy="3201975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525">
          <p15:clr>
            <a:srgbClr val="A4A3A4"/>
          </p15:clr>
        </p15:guide>
        <p15:guide id="2" pos="4080">
          <p15:clr>
            <a:srgbClr val="A4A3A4"/>
          </p15:clr>
        </p15:guide>
      </p15:sldGuideLst>
    </p:ext>
    <p:ext uri="GoogleSlidesCustomDataVersion2">
      <go:slidesCustomData xmlns:go="http://customooxmlschemas.google.com/" r:id="rId9" roundtripDataSignature="AMtx7mjlLES6x4p8HaAj4VW4dTGi0m5y1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F5F039C9-41EA-491F-BF92-9D442EE57FDA}">
  <a:tblStyle styleId="{F5F039C9-41EA-491F-BF92-9D442EE57FDA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525" orient="horz"/>
        <p:guide pos="40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customschemas.google.com/relationships/presentationmetadata" Target="meta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06678" cy="120075"/>
          </a:xfrm>
          <a:prstGeom prst="rect">
            <a:avLst/>
          </a:prstGeom>
          <a:noFill/>
          <a:ln>
            <a:noFill/>
          </a:ln>
        </p:spPr>
        <p:txBody>
          <a:bodyPr anchorCtr="0" anchor="t" bIns="23500" lIns="47025" spcFirstLastPara="1" rIns="47025" wrap="square" tIns="235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799875" y="0"/>
            <a:ext cx="2906678" cy="120075"/>
          </a:xfrm>
          <a:prstGeom prst="rect">
            <a:avLst/>
          </a:prstGeom>
          <a:noFill/>
          <a:ln>
            <a:noFill/>
          </a:ln>
        </p:spPr>
        <p:txBody>
          <a:bodyPr anchorCtr="0" anchor="t" bIns="23500" lIns="47025" spcFirstLastPara="1" rIns="47025" wrap="square" tIns="235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2717800" y="179388"/>
            <a:ext cx="1271588" cy="8985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70772" y="1138484"/>
            <a:ext cx="5366174" cy="1079004"/>
          </a:xfrm>
          <a:prstGeom prst="rect">
            <a:avLst/>
          </a:prstGeom>
          <a:noFill/>
          <a:ln>
            <a:noFill/>
          </a:ln>
        </p:spPr>
        <p:txBody>
          <a:bodyPr anchorCtr="0" anchor="t" bIns="23500" lIns="47025" spcFirstLastPara="1" rIns="47025" wrap="square" tIns="235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2276969"/>
            <a:ext cx="2906678" cy="119519"/>
          </a:xfrm>
          <a:prstGeom prst="rect">
            <a:avLst/>
          </a:prstGeom>
          <a:noFill/>
          <a:ln>
            <a:noFill/>
          </a:ln>
        </p:spPr>
        <p:txBody>
          <a:bodyPr anchorCtr="0" anchor="b" bIns="23500" lIns="47025" spcFirstLastPara="1" rIns="47025" wrap="square" tIns="235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799875" y="2276969"/>
            <a:ext cx="2906678" cy="119519"/>
          </a:xfrm>
          <a:prstGeom prst="rect">
            <a:avLst/>
          </a:prstGeom>
          <a:noFill/>
          <a:ln>
            <a:noFill/>
          </a:ln>
        </p:spPr>
        <p:txBody>
          <a:bodyPr anchorCtr="0" anchor="b" bIns="23500" lIns="47025" spcFirstLastPara="1" rIns="47025" wrap="square" tIns="235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iw-IL" sz="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70772" y="1138484"/>
            <a:ext cx="5366174" cy="1079004"/>
          </a:xfrm>
          <a:prstGeom prst="rect">
            <a:avLst/>
          </a:prstGeom>
        </p:spPr>
        <p:txBody>
          <a:bodyPr anchorCtr="0" anchor="t" bIns="23500" lIns="47025" spcFirstLastPara="1" rIns="47025" wrap="square" tIns="23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2717800" y="179388"/>
            <a:ext cx="1271588" cy="8985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 txBox="1"/>
          <p:nvPr>
            <p:ph idx="2" type="hdr"/>
          </p:nvPr>
        </p:nvSpPr>
        <p:spPr>
          <a:xfrm>
            <a:off x="0" y="0"/>
            <a:ext cx="2906678" cy="120075"/>
          </a:xfrm>
          <a:prstGeom prst="rect">
            <a:avLst/>
          </a:prstGeom>
          <a:noFill/>
          <a:ln>
            <a:noFill/>
          </a:ln>
        </p:spPr>
        <p:txBody>
          <a:bodyPr anchorCtr="0" anchor="t" bIns="23500" lIns="47025" spcFirstLastPara="1" rIns="47025" wrap="square" tIns="23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:notes"/>
          <p:cNvSpPr txBox="1"/>
          <p:nvPr>
            <p:ph idx="10" type="dt"/>
          </p:nvPr>
        </p:nvSpPr>
        <p:spPr>
          <a:xfrm>
            <a:off x="3799875" y="0"/>
            <a:ext cx="2906678" cy="120075"/>
          </a:xfrm>
          <a:prstGeom prst="rect">
            <a:avLst/>
          </a:prstGeom>
          <a:noFill/>
          <a:ln>
            <a:noFill/>
          </a:ln>
        </p:spPr>
        <p:txBody>
          <a:bodyPr anchorCtr="0" anchor="t" bIns="23500" lIns="47025" spcFirstLastPara="1" rIns="47025" wrap="square" tIns="235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1.7.2013</a:t>
            </a:r>
            <a:endParaRPr/>
          </a:p>
        </p:txBody>
      </p:sp>
      <p:sp>
        <p:nvSpPr>
          <p:cNvPr id="98" name="Google Shape;98;p2:notes"/>
          <p:cNvSpPr/>
          <p:nvPr>
            <p:ph idx="3" type="sldImg"/>
          </p:nvPr>
        </p:nvSpPr>
        <p:spPr>
          <a:xfrm>
            <a:off x="2717800" y="179388"/>
            <a:ext cx="1271588" cy="898525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2:notes"/>
          <p:cNvSpPr txBox="1"/>
          <p:nvPr>
            <p:ph idx="1" type="body"/>
          </p:nvPr>
        </p:nvSpPr>
        <p:spPr>
          <a:xfrm>
            <a:off x="670772" y="1138484"/>
            <a:ext cx="5366174" cy="1079004"/>
          </a:xfrm>
          <a:prstGeom prst="rect">
            <a:avLst/>
          </a:prstGeom>
          <a:noFill/>
          <a:ln>
            <a:noFill/>
          </a:ln>
        </p:spPr>
        <p:txBody>
          <a:bodyPr anchorCtr="0" anchor="t" bIns="23500" lIns="47025" spcFirstLastPara="1" rIns="47025" wrap="square" tIns="23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iw-IL"/>
              <a:t>1</a:t>
            </a:r>
            <a:endParaRPr/>
          </a:p>
        </p:txBody>
      </p:sp>
      <p:sp>
        <p:nvSpPr>
          <p:cNvPr id="100" name="Google Shape;100;p2:notes"/>
          <p:cNvSpPr txBox="1"/>
          <p:nvPr>
            <p:ph idx="11" type="ftr"/>
          </p:nvPr>
        </p:nvSpPr>
        <p:spPr>
          <a:xfrm>
            <a:off x="0" y="2276969"/>
            <a:ext cx="2906678" cy="119519"/>
          </a:xfrm>
          <a:prstGeom prst="rect">
            <a:avLst/>
          </a:prstGeom>
          <a:noFill/>
          <a:ln>
            <a:noFill/>
          </a:ln>
        </p:spPr>
        <p:txBody>
          <a:bodyPr anchorCtr="0" anchor="b" bIns="23500" lIns="47025" spcFirstLastPara="1" rIns="47025" wrap="square" tIns="235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:notes"/>
          <p:cNvSpPr txBox="1"/>
          <p:nvPr>
            <p:ph idx="12" type="sldNum"/>
          </p:nvPr>
        </p:nvSpPr>
        <p:spPr>
          <a:xfrm>
            <a:off x="3799875" y="2276969"/>
            <a:ext cx="2906678" cy="119519"/>
          </a:xfrm>
          <a:prstGeom prst="rect">
            <a:avLst/>
          </a:prstGeom>
          <a:noFill/>
          <a:ln>
            <a:noFill/>
          </a:ln>
        </p:spPr>
        <p:txBody>
          <a:bodyPr anchorCtr="0" anchor="b" bIns="23500" lIns="47025" spcFirstLastPara="1" rIns="47025" wrap="square" tIns="235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6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 txBox="1"/>
          <p:nvPr>
            <p:ph idx="10" type="dt"/>
          </p:nvPr>
        </p:nvSpPr>
        <p:spPr>
          <a:xfrm>
            <a:off x="647632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4"/>
          <p:cNvSpPr txBox="1"/>
          <p:nvPr>
            <p:ph idx="11" type="ftr"/>
          </p:nvPr>
        </p:nvSpPr>
        <p:spPr>
          <a:xfrm>
            <a:off x="4425486" y="4487306"/>
            <a:ext cx="4101670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2" type="sldNum"/>
          </p:nvPr>
        </p:nvSpPr>
        <p:spPr>
          <a:xfrm>
            <a:off x="9282727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5"/>
          <p:cNvSpPr txBox="1"/>
          <p:nvPr>
            <p:ph type="ctrTitle"/>
          </p:nvPr>
        </p:nvSpPr>
        <p:spPr>
          <a:xfrm>
            <a:off x="971448" y="1503987"/>
            <a:ext cx="11009745" cy="103777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5"/>
          <p:cNvSpPr txBox="1"/>
          <p:nvPr>
            <p:ph idx="1" type="subTitle"/>
          </p:nvPr>
        </p:nvSpPr>
        <p:spPr>
          <a:xfrm>
            <a:off x="1942896" y="2743488"/>
            <a:ext cx="9066849" cy="12372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907"/>
              </a:spcBef>
              <a:spcAft>
                <a:spcPts val="0"/>
              </a:spcAft>
              <a:buClr>
                <a:srgbClr val="888888"/>
              </a:buClr>
              <a:buSzPts val="4533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793"/>
              </a:spcBef>
              <a:spcAft>
                <a:spcPts val="0"/>
              </a:spcAft>
              <a:buClr>
                <a:srgbClr val="888888"/>
              </a:buClr>
              <a:buSzPts val="3966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680"/>
              </a:spcBef>
              <a:spcAft>
                <a:spcPts val="0"/>
              </a:spcAft>
              <a:buClr>
                <a:srgbClr val="888888"/>
              </a:buClr>
              <a:buSzPts val="3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567"/>
              </a:spcBef>
              <a:spcAft>
                <a:spcPts val="0"/>
              </a:spcAft>
              <a:buClr>
                <a:srgbClr val="888888"/>
              </a:buClr>
              <a:buSzPts val="2833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567"/>
              </a:spcBef>
              <a:spcAft>
                <a:spcPts val="0"/>
              </a:spcAft>
              <a:buClr>
                <a:srgbClr val="888888"/>
              </a:buClr>
              <a:buSzPts val="2833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567"/>
              </a:spcBef>
              <a:spcAft>
                <a:spcPts val="0"/>
              </a:spcAft>
              <a:buClr>
                <a:srgbClr val="888888"/>
              </a:buClr>
              <a:buSzPts val="2833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567"/>
              </a:spcBef>
              <a:spcAft>
                <a:spcPts val="0"/>
              </a:spcAft>
              <a:buClr>
                <a:srgbClr val="888888"/>
              </a:buClr>
              <a:buSzPts val="2833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567"/>
              </a:spcBef>
              <a:spcAft>
                <a:spcPts val="0"/>
              </a:spcAft>
              <a:buClr>
                <a:srgbClr val="888888"/>
              </a:buClr>
              <a:buSzPts val="2833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567"/>
              </a:spcBef>
              <a:spcAft>
                <a:spcPts val="0"/>
              </a:spcAft>
              <a:buClr>
                <a:srgbClr val="888888"/>
              </a:buClr>
              <a:buSzPts val="2833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2" name="Google Shape;22;p5"/>
          <p:cNvSpPr txBox="1"/>
          <p:nvPr>
            <p:ph idx="10" type="dt"/>
          </p:nvPr>
        </p:nvSpPr>
        <p:spPr>
          <a:xfrm>
            <a:off x="647632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5"/>
          <p:cNvSpPr txBox="1"/>
          <p:nvPr>
            <p:ph idx="11" type="ftr"/>
          </p:nvPr>
        </p:nvSpPr>
        <p:spPr>
          <a:xfrm>
            <a:off x="4425486" y="4487306"/>
            <a:ext cx="4101670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9282727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647632" y="193883"/>
            <a:ext cx="11657378" cy="8069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47632" y="1129672"/>
            <a:ext cx="11657378" cy="31951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8" name="Google Shape;28;p6"/>
          <p:cNvSpPr txBox="1"/>
          <p:nvPr>
            <p:ph idx="10" type="dt"/>
          </p:nvPr>
        </p:nvSpPr>
        <p:spPr>
          <a:xfrm>
            <a:off x="647632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1" type="ftr"/>
          </p:nvPr>
        </p:nvSpPr>
        <p:spPr>
          <a:xfrm>
            <a:off x="4425486" y="4487306"/>
            <a:ext cx="4101670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9282727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1023170" y="3111079"/>
            <a:ext cx="11009745" cy="96156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666"/>
              <a:buFont typeface="Calibri"/>
              <a:buNone/>
              <a:defRPr b="1" sz="5666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1023170" y="2052013"/>
            <a:ext cx="11009745" cy="105906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567"/>
              </a:spcBef>
              <a:spcAft>
                <a:spcPts val="0"/>
              </a:spcAft>
              <a:buClr>
                <a:srgbClr val="888888"/>
              </a:buClr>
              <a:buSzPts val="2833"/>
              <a:buNone/>
              <a:defRPr sz="2833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510"/>
              </a:spcBef>
              <a:spcAft>
                <a:spcPts val="0"/>
              </a:spcAft>
              <a:buClr>
                <a:srgbClr val="888888"/>
              </a:buClr>
              <a:buSzPts val="2550"/>
              <a:buNone/>
              <a:defRPr sz="255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453"/>
              </a:spcBef>
              <a:spcAft>
                <a:spcPts val="0"/>
              </a:spcAft>
              <a:buClr>
                <a:srgbClr val="888888"/>
              </a:buClr>
              <a:buSzPts val="2266"/>
              <a:buNone/>
              <a:defRPr sz="2266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397"/>
              </a:spcBef>
              <a:spcAft>
                <a:spcPts val="0"/>
              </a:spcAft>
              <a:buClr>
                <a:srgbClr val="888888"/>
              </a:buClr>
              <a:buSzPts val="1983"/>
              <a:buNone/>
              <a:defRPr sz="1983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397"/>
              </a:spcBef>
              <a:spcAft>
                <a:spcPts val="0"/>
              </a:spcAft>
              <a:buClr>
                <a:srgbClr val="888888"/>
              </a:buClr>
              <a:buSzPts val="1983"/>
              <a:buNone/>
              <a:defRPr sz="1983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397"/>
              </a:spcBef>
              <a:spcAft>
                <a:spcPts val="0"/>
              </a:spcAft>
              <a:buClr>
                <a:srgbClr val="888888"/>
              </a:buClr>
              <a:buSzPts val="1983"/>
              <a:buNone/>
              <a:defRPr sz="1983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397"/>
              </a:spcBef>
              <a:spcAft>
                <a:spcPts val="0"/>
              </a:spcAft>
              <a:buClr>
                <a:srgbClr val="888888"/>
              </a:buClr>
              <a:buSzPts val="1983"/>
              <a:buNone/>
              <a:defRPr sz="1983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397"/>
              </a:spcBef>
              <a:spcAft>
                <a:spcPts val="0"/>
              </a:spcAft>
              <a:buClr>
                <a:srgbClr val="888888"/>
              </a:buClr>
              <a:buSzPts val="1983"/>
              <a:buNone/>
              <a:defRPr sz="1983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397"/>
              </a:spcBef>
              <a:spcAft>
                <a:spcPts val="0"/>
              </a:spcAft>
              <a:buClr>
                <a:srgbClr val="888888"/>
              </a:buClr>
              <a:buSzPts val="1983"/>
              <a:buNone/>
              <a:defRPr sz="1983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4" name="Google Shape;34;p7"/>
          <p:cNvSpPr txBox="1"/>
          <p:nvPr>
            <p:ph idx="10" type="dt"/>
          </p:nvPr>
        </p:nvSpPr>
        <p:spPr>
          <a:xfrm>
            <a:off x="647632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7"/>
          <p:cNvSpPr txBox="1"/>
          <p:nvPr>
            <p:ph idx="11" type="ftr"/>
          </p:nvPr>
        </p:nvSpPr>
        <p:spPr>
          <a:xfrm>
            <a:off x="4425486" y="4487306"/>
            <a:ext cx="4101670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7"/>
          <p:cNvSpPr txBox="1"/>
          <p:nvPr>
            <p:ph idx="12" type="sldNum"/>
          </p:nvPr>
        </p:nvSpPr>
        <p:spPr>
          <a:xfrm>
            <a:off x="9282727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 txBox="1"/>
          <p:nvPr>
            <p:ph type="title"/>
          </p:nvPr>
        </p:nvSpPr>
        <p:spPr>
          <a:xfrm>
            <a:off x="647632" y="193883"/>
            <a:ext cx="11657378" cy="8069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8"/>
          <p:cNvSpPr txBox="1"/>
          <p:nvPr>
            <p:ph idx="1" type="body"/>
          </p:nvPr>
        </p:nvSpPr>
        <p:spPr>
          <a:xfrm>
            <a:off x="647632" y="1129672"/>
            <a:ext cx="5720750" cy="31951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80441" lvl="0" marL="457200" algn="l">
              <a:spcBef>
                <a:spcPts val="793"/>
              </a:spcBef>
              <a:spcAft>
                <a:spcPts val="0"/>
              </a:spcAft>
              <a:buClr>
                <a:schemeClr val="dk1"/>
              </a:buClr>
              <a:buSzPts val="3966"/>
              <a:buChar char="•"/>
              <a:defRPr sz="3966"/>
            </a:lvl1pPr>
            <a:lvl2pPr indent="-444500" lvl="1" marL="914400" algn="l"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Char char="–"/>
              <a:defRPr sz="3400"/>
            </a:lvl2pPr>
            <a:lvl3pPr indent="-408496" lvl="2" marL="1371600" algn="l"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833"/>
              <a:buChar char="•"/>
              <a:defRPr sz="2833"/>
            </a:lvl3pPr>
            <a:lvl4pPr indent="-390525" lvl="3" marL="1828800" algn="l">
              <a:spcBef>
                <a:spcPts val="510"/>
              </a:spcBef>
              <a:spcAft>
                <a:spcPts val="0"/>
              </a:spcAft>
              <a:buClr>
                <a:schemeClr val="dk1"/>
              </a:buClr>
              <a:buSzPts val="2550"/>
              <a:buChar char="–"/>
              <a:defRPr sz="2550"/>
            </a:lvl4pPr>
            <a:lvl5pPr indent="-390525" lvl="4" marL="2286000" algn="l">
              <a:spcBef>
                <a:spcPts val="510"/>
              </a:spcBef>
              <a:spcAft>
                <a:spcPts val="0"/>
              </a:spcAft>
              <a:buClr>
                <a:schemeClr val="dk1"/>
              </a:buClr>
              <a:buSzPts val="2550"/>
              <a:buChar char="»"/>
              <a:defRPr sz="2550"/>
            </a:lvl5pPr>
            <a:lvl6pPr indent="-390525" lvl="5" marL="2743200" algn="l">
              <a:spcBef>
                <a:spcPts val="510"/>
              </a:spcBef>
              <a:spcAft>
                <a:spcPts val="0"/>
              </a:spcAft>
              <a:buClr>
                <a:schemeClr val="dk1"/>
              </a:buClr>
              <a:buSzPts val="2550"/>
              <a:buChar char="•"/>
              <a:defRPr sz="2550"/>
            </a:lvl6pPr>
            <a:lvl7pPr indent="-390525" lvl="6" marL="3200400" algn="l">
              <a:spcBef>
                <a:spcPts val="510"/>
              </a:spcBef>
              <a:spcAft>
                <a:spcPts val="0"/>
              </a:spcAft>
              <a:buClr>
                <a:schemeClr val="dk1"/>
              </a:buClr>
              <a:buSzPts val="2550"/>
              <a:buChar char="•"/>
              <a:defRPr sz="2550"/>
            </a:lvl7pPr>
            <a:lvl8pPr indent="-390525" lvl="7" marL="3657600" algn="l">
              <a:spcBef>
                <a:spcPts val="510"/>
              </a:spcBef>
              <a:spcAft>
                <a:spcPts val="0"/>
              </a:spcAft>
              <a:buClr>
                <a:schemeClr val="dk1"/>
              </a:buClr>
              <a:buSzPts val="2550"/>
              <a:buChar char="•"/>
              <a:defRPr sz="2550"/>
            </a:lvl8pPr>
            <a:lvl9pPr indent="-390525" lvl="8" marL="4114800" algn="l">
              <a:spcBef>
                <a:spcPts val="510"/>
              </a:spcBef>
              <a:spcAft>
                <a:spcPts val="0"/>
              </a:spcAft>
              <a:buClr>
                <a:schemeClr val="dk1"/>
              </a:buClr>
              <a:buSzPts val="2550"/>
              <a:buChar char="•"/>
              <a:defRPr sz="2550"/>
            </a:lvl9pPr>
          </a:lstStyle>
          <a:p/>
        </p:txBody>
      </p:sp>
      <p:sp>
        <p:nvSpPr>
          <p:cNvPr id="40" name="Google Shape;40;p8"/>
          <p:cNvSpPr txBox="1"/>
          <p:nvPr>
            <p:ph idx="2" type="body"/>
          </p:nvPr>
        </p:nvSpPr>
        <p:spPr>
          <a:xfrm>
            <a:off x="6584260" y="1129672"/>
            <a:ext cx="5720750" cy="31951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80441" lvl="0" marL="457200" algn="l">
              <a:spcBef>
                <a:spcPts val="793"/>
              </a:spcBef>
              <a:spcAft>
                <a:spcPts val="0"/>
              </a:spcAft>
              <a:buClr>
                <a:schemeClr val="dk1"/>
              </a:buClr>
              <a:buSzPts val="3966"/>
              <a:buChar char="•"/>
              <a:defRPr sz="3966"/>
            </a:lvl1pPr>
            <a:lvl2pPr indent="-444500" lvl="1" marL="914400" algn="l"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Char char="–"/>
              <a:defRPr sz="3400"/>
            </a:lvl2pPr>
            <a:lvl3pPr indent="-408496" lvl="2" marL="1371600" algn="l"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833"/>
              <a:buChar char="•"/>
              <a:defRPr sz="2833"/>
            </a:lvl3pPr>
            <a:lvl4pPr indent="-390525" lvl="3" marL="1828800" algn="l">
              <a:spcBef>
                <a:spcPts val="510"/>
              </a:spcBef>
              <a:spcAft>
                <a:spcPts val="0"/>
              </a:spcAft>
              <a:buClr>
                <a:schemeClr val="dk1"/>
              </a:buClr>
              <a:buSzPts val="2550"/>
              <a:buChar char="–"/>
              <a:defRPr sz="2550"/>
            </a:lvl4pPr>
            <a:lvl5pPr indent="-390525" lvl="4" marL="2286000" algn="l">
              <a:spcBef>
                <a:spcPts val="510"/>
              </a:spcBef>
              <a:spcAft>
                <a:spcPts val="0"/>
              </a:spcAft>
              <a:buClr>
                <a:schemeClr val="dk1"/>
              </a:buClr>
              <a:buSzPts val="2550"/>
              <a:buChar char="»"/>
              <a:defRPr sz="2550"/>
            </a:lvl5pPr>
            <a:lvl6pPr indent="-390525" lvl="5" marL="2743200" algn="l">
              <a:spcBef>
                <a:spcPts val="510"/>
              </a:spcBef>
              <a:spcAft>
                <a:spcPts val="0"/>
              </a:spcAft>
              <a:buClr>
                <a:schemeClr val="dk1"/>
              </a:buClr>
              <a:buSzPts val="2550"/>
              <a:buChar char="•"/>
              <a:defRPr sz="2550"/>
            </a:lvl6pPr>
            <a:lvl7pPr indent="-390525" lvl="6" marL="3200400" algn="l">
              <a:spcBef>
                <a:spcPts val="510"/>
              </a:spcBef>
              <a:spcAft>
                <a:spcPts val="0"/>
              </a:spcAft>
              <a:buClr>
                <a:schemeClr val="dk1"/>
              </a:buClr>
              <a:buSzPts val="2550"/>
              <a:buChar char="•"/>
              <a:defRPr sz="2550"/>
            </a:lvl7pPr>
            <a:lvl8pPr indent="-390525" lvl="7" marL="3657600" algn="l">
              <a:spcBef>
                <a:spcPts val="510"/>
              </a:spcBef>
              <a:spcAft>
                <a:spcPts val="0"/>
              </a:spcAft>
              <a:buClr>
                <a:schemeClr val="dk1"/>
              </a:buClr>
              <a:buSzPts val="2550"/>
              <a:buChar char="•"/>
              <a:defRPr sz="2550"/>
            </a:lvl8pPr>
            <a:lvl9pPr indent="-390525" lvl="8" marL="4114800" algn="l">
              <a:spcBef>
                <a:spcPts val="510"/>
              </a:spcBef>
              <a:spcAft>
                <a:spcPts val="0"/>
              </a:spcAft>
              <a:buClr>
                <a:schemeClr val="dk1"/>
              </a:buClr>
              <a:buSzPts val="2550"/>
              <a:buChar char="•"/>
              <a:defRPr sz="2550"/>
            </a:lvl9pPr>
          </a:lstStyle>
          <a:p/>
        </p:txBody>
      </p:sp>
      <p:sp>
        <p:nvSpPr>
          <p:cNvPr id="41" name="Google Shape;41;p8"/>
          <p:cNvSpPr txBox="1"/>
          <p:nvPr>
            <p:ph idx="10" type="dt"/>
          </p:nvPr>
        </p:nvSpPr>
        <p:spPr>
          <a:xfrm>
            <a:off x="647632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8"/>
          <p:cNvSpPr txBox="1"/>
          <p:nvPr>
            <p:ph idx="11" type="ftr"/>
          </p:nvPr>
        </p:nvSpPr>
        <p:spPr>
          <a:xfrm>
            <a:off x="4425486" y="4487306"/>
            <a:ext cx="4101670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8"/>
          <p:cNvSpPr txBox="1"/>
          <p:nvPr>
            <p:ph idx="12" type="sldNum"/>
          </p:nvPr>
        </p:nvSpPr>
        <p:spPr>
          <a:xfrm>
            <a:off x="9282727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9"/>
          <p:cNvSpPr txBox="1"/>
          <p:nvPr>
            <p:ph type="title"/>
          </p:nvPr>
        </p:nvSpPr>
        <p:spPr>
          <a:xfrm>
            <a:off x="647632" y="193883"/>
            <a:ext cx="11657378" cy="8069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33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6" name="Google Shape;46;p9"/>
          <p:cNvSpPr txBox="1"/>
          <p:nvPr>
            <p:ph idx="1" type="body"/>
          </p:nvPr>
        </p:nvSpPr>
        <p:spPr>
          <a:xfrm>
            <a:off x="647632" y="1083723"/>
            <a:ext cx="5723000" cy="45164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None/>
              <a:defRPr b="1" sz="3400"/>
            </a:lvl1pPr>
            <a:lvl2pPr indent="-228600" lvl="1" marL="914400" algn="l"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833"/>
              <a:buNone/>
              <a:defRPr b="1" sz="2833"/>
            </a:lvl2pPr>
            <a:lvl3pPr indent="-228600" lvl="2" marL="1371600" algn="l">
              <a:spcBef>
                <a:spcPts val="510"/>
              </a:spcBef>
              <a:spcAft>
                <a:spcPts val="0"/>
              </a:spcAft>
              <a:buClr>
                <a:schemeClr val="dk1"/>
              </a:buClr>
              <a:buSzPts val="2550"/>
              <a:buNone/>
              <a:defRPr b="1" sz="2550"/>
            </a:lvl3pPr>
            <a:lvl4pPr indent="-228600" lvl="3" marL="18288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None/>
              <a:defRPr b="1" sz="2266"/>
            </a:lvl4pPr>
            <a:lvl5pPr indent="-228600" lvl="4" marL="22860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None/>
              <a:defRPr b="1" sz="2266"/>
            </a:lvl5pPr>
            <a:lvl6pPr indent="-228600" lvl="5" marL="27432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None/>
              <a:defRPr b="1" sz="2266"/>
            </a:lvl6pPr>
            <a:lvl7pPr indent="-228600" lvl="6" marL="32004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None/>
              <a:defRPr b="1" sz="2266"/>
            </a:lvl7pPr>
            <a:lvl8pPr indent="-228600" lvl="7" marL="36576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None/>
              <a:defRPr b="1" sz="2266"/>
            </a:lvl8pPr>
            <a:lvl9pPr indent="-228600" lvl="8" marL="41148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None/>
              <a:defRPr b="1" sz="2266"/>
            </a:lvl9pPr>
          </a:lstStyle>
          <a:p/>
        </p:txBody>
      </p:sp>
      <p:sp>
        <p:nvSpPr>
          <p:cNvPr id="47" name="Google Shape;47;p9"/>
          <p:cNvSpPr txBox="1"/>
          <p:nvPr>
            <p:ph idx="2" type="body"/>
          </p:nvPr>
        </p:nvSpPr>
        <p:spPr>
          <a:xfrm>
            <a:off x="647632" y="1535367"/>
            <a:ext cx="5723000" cy="2789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44500" lvl="0" marL="457200" algn="l"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Char char="•"/>
              <a:defRPr sz="3400"/>
            </a:lvl1pPr>
            <a:lvl2pPr indent="-408496" lvl="1" marL="914400" algn="l"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833"/>
              <a:buChar char="–"/>
              <a:defRPr sz="2833"/>
            </a:lvl2pPr>
            <a:lvl3pPr indent="-390525" lvl="2" marL="1371600" algn="l">
              <a:spcBef>
                <a:spcPts val="510"/>
              </a:spcBef>
              <a:spcAft>
                <a:spcPts val="0"/>
              </a:spcAft>
              <a:buClr>
                <a:schemeClr val="dk1"/>
              </a:buClr>
              <a:buSzPts val="2550"/>
              <a:buChar char="•"/>
              <a:defRPr sz="2550"/>
            </a:lvl3pPr>
            <a:lvl4pPr indent="-372491" lvl="3" marL="18288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Char char="–"/>
              <a:defRPr sz="2266"/>
            </a:lvl4pPr>
            <a:lvl5pPr indent="-372491" lvl="4" marL="22860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Char char="»"/>
              <a:defRPr sz="2266"/>
            </a:lvl5pPr>
            <a:lvl6pPr indent="-372491" lvl="5" marL="27432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Char char="•"/>
              <a:defRPr sz="2266"/>
            </a:lvl6pPr>
            <a:lvl7pPr indent="-372491" lvl="6" marL="32004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Char char="•"/>
              <a:defRPr sz="2266"/>
            </a:lvl7pPr>
            <a:lvl8pPr indent="-372491" lvl="7" marL="36576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Char char="•"/>
              <a:defRPr sz="2266"/>
            </a:lvl8pPr>
            <a:lvl9pPr indent="-372491" lvl="8" marL="41148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Char char="•"/>
              <a:defRPr sz="2266"/>
            </a:lvl9pPr>
          </a:lstStyle>
          <a:p/>
        </p:txBody>
      </p:sp>
      <p:sp>
        <p:nvSpPr>
          <p:cNvPr id="48" name="Google Shape;48;p9"/>
          <p:cNvSpPr txBox="1"/>
          <p:nvPr>
            <p:ph idx="3" type="body"/>
          </p:nvPr>
        </p:nvSpPr>
        <p:spPr>
          <a:xfrm>
            <a:off x="6579763" y="1083723"/>
            <a:ext cx="5725248" cy="45164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None/>
              <a:defRPr b="1" sz="3400"/>
            </a:lvl1pPr>
            <a:lvl2pPr indent="-228600" lvl="1" marL="914400" algn="l"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833"/>
              <a:buNone/>
              <a:defRPr b="1" sz="2833"/>
            </a:lvl2pPr>
            <a:lvl3pPr indent="-228600" lvl="2" marL="1371600" algn="l">
              <a:spcBef>
                <a:spcPts val="510"/>
              </a:spcBef>
              <a:spcAft>
                <a:spcPts val="0"/>
              </a:spcAft>
              <a:buClr>
                <a:schemeClr val="dk1"/>
              </a:buClr>
              <a:buSzPts val="2550"/>
              <a:buNone/>
              <a:defRPr b="1" sz="2550"/>
            </a:lvl3pPr>
            <a:lvl4pPr indent="-228600" lvl="3" marL="18288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None/>
              <a:defRPr b="1" sz="2266"/>
            </a:lvl4pPr>
            <a:lvl5pPr indent="-228600" lvl="4" marL="22860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None/>
              <a:defRPr b="1" sz="2266"/>
            </a:lvl5pPr>
            <a:lvl6pPr indent="-228600" lvl="5" marL="27432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None/>
              <a:defRPr b="1" sz="2266"/>
            </a:lvl6pPr>
            <a:lvl7pPr indent="-228600" lvl="6" marL="32004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None/>
              <a:defRPr b="1" sz="2266"/>
            </a:lvl7pPr>
            <a:lvl8pPr indent="-228600" lvl="7" marL="36576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None/>
              <a:defRPr b="1" sz="2266"/>
            </a:lvl8pPr>
            <a:lvl9pPr indent="-228600" lvl="8" marL="41148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None/>
              <a:defRPr b="1" sz="2266"/>
            </a:lvl9pPr>
          </a:lstStyle>
          <a:p/>
        </p:txBody>
      </p:sp>
      <p:sp>
        <p:nvSpPr>
          <p:cNvPr id="49" name="Google Shape;49;p9"/>
          <p:cNvSpPr txBox="1"/>
          <p:nvPr>
            <p:ph idx="4" type="body"/>
          </p:nvPr>
        </p:nvSpPr>
        <p:spPr>
          <a:xfrm>
            <a:off x="6579763" y="1535367"/>
            <a:ext cx="5725248" cy="2789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44500" lvl="0" marL="457200" algn="l"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Char char="•"/>
              <a:defRPr sz="3400"/>
            </a:lvl1pPr>
            <a:lvl2pPr indent="-408496" lvl="1" marL="914400" algn="l"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833"/>
              <a:buChar char="–"/>
              <a:defRPr sz="2833"/>
            </a:lvl2pPr>
            <a:lvl3pPr indent="-390525" lvl="2" marL="1371600" algn="l">
              <a:spcBef>
                <a:spcPts val="510"/>
              </a:spcBef>
              <a:spcAft>
                <a:spcPts val="0"/>
              </a:spcAft>
              <a:buClr>
                <a:schemeClr val="dk1"/>
              </a:buClr>
              <a:buSzPts val="2550"/>
              <a:buChar char="•"/>
              <a:defRPr sz="2550"/>
            </a:lvl3pPr>
            <a:lvl4pPr indent="-372491" lvl="3" marL="18288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Char char="–"/>
              <a:defRPr sz="2266"/>
            </a:lvl4pPr>
            <a:lvl5pPr indent="-372491" lvl="4" marL="22860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Char char="»"/>
              <a:defRPr sz="2266"/>
            </a:lvl5pPr>
            <a:lvl6pPr indent="-372491" lvl="5" marL="27432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Char char="•"/>
              <a:defRPr sz="2266"/>
            </a:lvl6pPr>
            <a:lvl7pPr indent="-372491" lvl="6" marL="32004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Char char="•"/>
              <a:defRPr sz="2266"/>
            </a:lvl7pPr>
            <a:lvl8pPr indent="-372491" lvl="7" marL="36576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Char char="•"/>
              <a:defRPr sz="2266"/>
            </a:lvl8pPr>
            <a:lvl9pPr indent="-372491" lvl="8" marL="4114800" algn="l">
              <a:spcBef>
                <a:spcPts val="453"/>
              </a:spcBef>
              <a:spcAft>
                <a:spcPts val="0"/>
              </a:spcAft>
              <a:buClr>
                <a:schemeClr val="dk1"/>
              </a:buClr>
              <a:buSzPts val="2266"/>
              <a:buChar char="•"/>
              <a:defRPr sz="2266"/>
            </a:lvl9pPr>
          </a:lstStyle>
          <a:p/>
        </p:txBody>
      </p:sp>
      <p:sp>
        <p:nvSpPr>
          <p:cNvPr id="50" name="Google Shape;50;p9"/>
          <p:cNvSpPr txBox="1"/>
          <p:nvPr>
            <p:ph idx="10" type="dt"/>
          </p:nvPr>
        </p:nvSpPr>
        <p:spPr>
          <a:xfrm>
            <a:off x="647632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11" type="ftr"/>
          </p:nvPr>
        </p:nvSpPr>
        <p:spPr>
          <a:xfrm>
            <a:off x="4425486" y="4487306"/>
            <a:ext cx="4101670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9"/>
          <p:cNvSpPr txBox="1"/>
          <p:nvPr>
            <p:ph idx="12" type="sldNum"/>
          </p:nvPr>
        </p:nvSpPr>
        <p:spPr>
          <a:xfrm>
            <a:off x="9282727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"/>
          <p:cNvSpPr txBox="1"/>
          <p:nvPr>
            <p:ph type="title"/>
          </p:nvPr>
        </p:nvSpPr>
        <p:spPr>
          <a:xfrm>
            <a:off x="647632" y="193883"/>
            <a:ext cx="11657378" cy="8069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10"/>
          <p:cNvSpPr txBox="1"/>
          <p:nvPr>
            <p:ph idx="10" type="dt"/>
          </p:nvPr>
        </p:nvSpPr>
        <p:spPr>
          <a:xfrm>
            <a:off x="647632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0"/>
          <p:cNvSpPr txBox="1"/>
          <p:nvPr>
            <p:ph idx="11" type="ftr"/>
          </p:nvPr>
        </p:nvSpPr>
        <p:spPr>
          <a:xfrm>
            <a:off x="4425486" y="4487306"/>
            <a:ext cx="4101670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10"/>
          <p:cNvSpPr txBox="1"/>
          <p:nvPr>
            <p:ph idx="12" type="sldNum"/>
          </p:nvPr>
        </p:nvSpPr>
        <p:spPr>
          <a:xfrm>
            <a:off x="9282727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1"/>
          <p:cNvSpPr txBox="1"/>
          <p:nvPr>
            <p:ph type="title"/>
          </p:nvPr>
        </p:nvSpPr>
        <p:spPr>
          <a:xfrm>
            <a:off x="647633" y="192761"/>
            <a:ext cx="4261330" cy="82035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33"/>
              <a:buFont typeface="Calibri"/>
              <a:buNone/>
              <a:defRPr b="1" sz="283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1" type="body"/>
          </p:nvPr>
        </p:nvSpPr>
        <p:spPr>
          <a:xfrm>
            <a:off x="5064123" y="192762"/>
            <a:ext cx="7240887" cy="413204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16446" lvl="0" marL="457200" algn="l">
              <a:spcBef>
                <a:spcPts val="907"/>
              </a:spcBef>
              <a:spcAft>
                <a:spcPts val="0"/>
              </a:spcAft>
              <a:buClr>
                <a:schemeClr val="dk1"/>
              </a:buClr>
              <a:buSzPts val="4533"/>
              <a:buChar char="•"/>
              <a:defRPr sz="4533"/>
            </a:lvl1pPr>
            <a:lvl2pPr indent="-480441" lvl="1" marL="914400" algn="l">
              <a:spcBef>
                <a:spcPts val="793"/>
              </a:spcBef>
              <a:spcAft>
                <a:spcPts val="0"/>
              </a:spcAft>
              <a:buClr>
                <a:schemeClr val="dk1"/>
              </a:buClr>
              <a:buSzPts val="3966"/>
              <a:buChar char="–"/>
              <a:defRPr sz="3966"/>
            </a:lvl2pPr>
            <a:lvl3pPr indent="-444500" lvl="2" marL="1371600" algn="l"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Char char="•"/>
              <a:defRPr sz="3400"/>
            </a:lvl3pPr>
            <a:lvl4pPr indent="-408496" lvl="3" marL="1828800" algn="l"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833"/>
              <a:buChar char="–"/>
              <a:defRPr sz="2833"/>
            </a:lvl4pPr>
            <a:lvl5pPr indent="-408495" lvl="4" marL="2286000" algn="l"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833"/>
              <a:buChar char="»"/>
              <a:defRPr sz="2833"/>
            </a:lvl5pPr>
            <a:lvl6pPr indent="-408495" lvl="5" marL="2743200" algn="l"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833"/>
              <a:buChar char="•"/>
              <a:defRPr sz="2833"/>
            </a:lvl6pPr>
            <a:lvl7pPr indent="-408495" lvl="6" marL="3200400" algn="l"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833"/>
              <a:buChar char="•"/>
              <a:defRPr sz="2833"/>
            </a:lvl7pPr>
            <a:lvl8pPr indent="-408495" lvl="7" marL="3657600" algn="l"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833"/>
              <a:buChar char="•"/>
              <a:defRPr sz="2833"/>
            </a:lvl8pPr>
            <a:lvl9pPr indent="-408496" lvl="8" marL="4114800" algn="l"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833"/>
              <a:buChar char="•"/>
              <a:defRPr sz="2833"/>
            </a:lvl9pPr>
          </a:lstStyle>
          <a:p/>
        </p:txBody>
      </p:sp>
      <p:sp>
        <p:nvSpPr>
          <p:cNvPr id="61" name="Google Shape;61;p11"/>
          <p:cNvSpPr txBox="1"/>
          <p:nvPr>
            <p:ph idx="2" type="body"/>
          </p:nvPr>
        </p:nvSpPr>
        <p:spPr>
          <a:xfrm>
            <a:off x="647633" y="1013118"/>
            <a:ext cx="4261330" cy="331168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97"/>
              </a:spcBef>
              <a:spcAft>
                <a:spcPts val="0"/>
              </a:spcAft>
              <a:buClr>
                <a:schemeClr val="dk1"/>
              </a:buClr>
              <a:buSzPts val="1983"/>
              <a:buNone/>
              <a:defRPr sz="1983"/>
            </a:lvl1pPr>
            <a:lvl2pPr indent="-228600" lvl="1" marL="914400" algn="l"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/>
            </a:lvl2pPr>
            <a:lvl3pPr indent="-228600" lvl="2" marL="1371600" algn="l">
              <a:spcBef>
                <a:spcPts val="283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3pPr>
            <a:lvl4pPr indent="-228600" lvl="3" marL="1828800" algn="l"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275"/>
              <a:buNone/>
              <a:defRPr sz="1275"/>
            </a:lvl4pPr>
            <a:lvl5pPr indent="-228600" lvl="4" marL="2286000" algn="l"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275"/>
              <a:buNone/>
              <a:defRPr sz="1275"/>
            </a:lvl5pPr>
            <a:lvl6pPr indent="-228600" lvl="5" marL="2743200" algn="l"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275"/>
              <a:buNone/>
              <a:defRPr sz="1275"/>
            </a:lvl6pPr>
            <a:lvl7pPr indent="-228600" lvl="6" marL="3200400" algn="l"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275"/>
              <a:buNone/>
              <a:defRPr sz="1275"/>
            </a:lvl7pPr>
            <a:lvl8pPr indent="-228600" lvl="7" marL="3657600" algn="l"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275"/>
              <a:buNone/>
              <a:defRPr sz="1275"/>
            </a:lvl8pPr>
            <a:lvl9pPr indent="-228600" lvl="8" marL="4114800" algn="l"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275"/>
              <a:buNone/>
              <a:defRPr sz="1275"/>
            </a:lvl9pPr>
          </a:lstStyle>
          <a:p/>
        </p:txBody>
      </p:sp>
      <p:sp>
        <p:nvSpPr>
          <p:cNvPr id="62" name="Google Shape;62;p11"/>
          <p:cNvSpPr txBox="1"/>
          <p:nvPr>
            <p:ph idx="10" type="dt"/>
          </p:nvPr>
        </p:nvSpPr>
        <p:spPr>
          <a:xfrm>
            <a:off x="647632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1"/>
          <p:cNvSpPr txBox="1"/>
          <p:nvPr>
            <p:ph idx="11" type="ftr"/>
          </p:nvPr>
        </p:nvSpPr>
        <p:spPr>
          <a:xfrm>
            <a:off x="4425486" y="4487306"/>
            <a:ext cx="4101670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11"/>
          <p:cNvSpPr txBox="1"/>
          <p:nvPr>
            <p:ph idx="12" type="sldNum"/>
          </p:nvPr>
        </p:nvSpPr>
        <p:spPr>
          <a:xfrm>
            <a:off x="9282727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2"/>
          <p:cNvSpPr txBox="1"/>
          <p:nvPr>
            <p:ph type="title"/>
          </p:nvPr>
        </p:nvSpPr>
        <p:spPr>
          <a:xfrm>
            <a:off x="2538808" y="3389014"/>
            <a:ext cx="7771585" cy="40009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33"/>
              <a:buFont typeface="Calibri"/>
              <a:buNone/>
              <a:defRPr b="1" sz="2833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2"/>
          <p:cNvSpPr/>
          <p:nvPr>
            <p:ph idx="2" type="pic"/>
          </p:nvPr>
        </p:nvSpPr>
        <p:spPr>
          <a:xfrm>
            <a:off x="2538808" y="432593"/>
            <a:ext cx="7771585" cy="2904869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2"/>
          <p:cNvSpPr txBox="1"/>
          <p:nvPr>
            <p:ph idx="1" type="body"/>
          </p:nvPr>
        </p:nvSpPr>
        <p:spPr>
          <a:xfrm>
            <a:off x="2538808" y="3789107"/>
            <a:ext cx="7771585" cy="5681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397"/>
              </a:spcBef>
              <a:spcAft>
                <a:spcPts val="0"/>
              </a:spcAft>
              <a:buClr>
                <a:schemeClr val="dk1"/>
              </a:buClr>
              <a:buSzPts val="1983"/>
              <a:buNone/>
              <a:defRPr sz="1983"/>
            </a:lvl1pPr>
            <a:lvl2pPr indent="-228600" lvl="1" marL="914400" algn="l">
              <a:spcBef>
                <a:spcPts val="340"/>
              </a:spcBef>
              <a:spcAft>
                <a:spcPts val="0"/>
              </a:spcAft>
              <a:buClr>
                <a:schemeClr val="dk1"/>
              </a:buClr>
              <a:buSzPts val="1700"/>
              <a:buNone/>
              <a:defRPr sz="1700"/>
            </a:lvl2pPr>
            <a:lvl3pPr indent="-228600" lvl="2" marL="1371600" algn="l">
              <a:spcBef>
                <a:spcPts val="283"/>
              </a:spcBef>
              <a:spcAft>
                <a:spcPts val="0"/>
              </a:spcAft>
              <a:buClr>
                <a:schemeClr val="dk1"/>
              </a:buClr>
              <a:buSzPts val="1417"/>
              <a:buNone/>
              <a:defRPr sz="1417"/>
            </a:lvl3pPr>
            <a:lvl4pPr indent="-228600" lvl="3" marL="1828800" algn="l"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275"/>
              <a:buNone/>
              <a:defRPr sz="1275"/>
            </a:lvl4pPr>
            <a:lvl5pPr indent="-228600" lvl="4" marL="2286000" algn="l"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275"/>
              <a:buNone/>
              <a:defRPr sz="1275"/>
            </a:lvl5pPr>
            <a:lvl6pPr indent="-228600" lvl="5" marL="2743200" algn="l"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275"/>
              <a:buNone/>
              <a:defRPr sz="1275"/>
            </a:lvl6pPr>
            <a:lvl7pPr indent="-228600" lvl="6" marL="3200400" algn="l"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275"/>
              <a:buNone/>
              <a:defRPr sz="1275"/>
            </a:lvl7pPr>
            <a:lvl8pPr indent="-228600" lvl="7" marL="3657600" algn="l"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275"/>
              <a:buNone/>
              <a:defRPr sz="1275"/>
            </a:lvl8pPr>
            <a:lvl9pPr indent="-228600" lvl="8" marL="4114800" algn="l">
              <a:spcBef>
                <a:spcPts val="255"/>
              </a:spcBef>
              <a:spcAft>
                <a:spcPts val="0"/>
              </a:spcAft>
              <a:buClr>
                <a:schemeClr val="dk1"/>
              </a:buClr>
              <a:buSzPts val="1275"/>
              <a:buNone/>
              <a:defRPr sz="1275"/>
            </a:lvl9pPr>
          </a:lstStyle>
          <a:p/>
        </p:txBody>
      </p:sp>
      <p:sp>
        <p:nvSpPr>
          <p:cNvPr id="69" name="Google Shape;69;p12"/>
          <p:cNvSpPr txBox="1"/>
          <p:nvPr>
            <p:ph idx="10" type="dt"/>
          </p:nvPr>
        </p:nvSpPr>
        <p:spPr>
          <a:xfrm>
            <a:off x="647632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2"/>
          <p:cNvSpPr txBox="1"/>
          <p:nvPr>
            <p:ph idx="11" type="ftr"/>
          </p:nvPr>
        </p:nvSpPr>
        <p:spPr>
          <a:xfrm>
            <a:off x="4425486" y="4487306"/>
            <a:ext cx="4101670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2"/>
          <p:cNvSpPr txBox="1"/>
          <p:nvPr>
            <p:ph idx="12" type="sldNum"/>
          </p:nvPr>
        </p:nvSpPr>
        <p:spPr>
          <a:xfrm>
            <a:off x="9282727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3"/>
          <p:cNvSpPr txBox="1"/>
          <p:nvPr>
            <p:ph type="title"/>
          </p:nvPr>
        </p:nvSpPr>
        <p:spPr>
          <a:xfrm>
            <a:off x="647632" y="193883"/>
            <a:ext cx="11657378" cy="8069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3"/>
          <p:cNvSpPr txBox="1"/>
          <p:nvPr>
            <p:ph idx="1" type="body"/>
          </p:nvPr>
        </p:nvSpPr>
        <p:spPr>
          <a:xfrm rot="5400000">
            <a:off x="4878755" y="-3101451"/>
            <a:ext cx="3195132" cy="1165737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3"/>
          <p:cNvSpPr txBox="1"/>
          <p:nvPr>
            <p:ph idx="10" type="dt"/>
          </p:nvPr>
        </p:nvSpPr>
        <p:spPr>
          <a:xfrm>
            <a:off x="647632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3"/>
          <p:cNvSpPr txBox="1"/>
          <p:nvPr>
            <p:ph idx="11" type="ftr"/>
          </p:nvPr>
        </p:nvSpPr>
        <p:spPr>
          <a:xfrm>
            <a:off x="4425486" y="4487306"/>
            <a:ext cx="4101670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3"/>
          <p:cNvSpPr txBox="1"/>
          <p:nvPr>
            <p:ph idx="12" type="sldNum"/>
          </p:nvPr>
        </p:nvSpPr>
        <p:spPr>
          <a:xfrm>
            <a:off x="9282727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4"/>
          <p:cNvSpPr txBox="1"/>
          <p:nvPr>
            <p:ph type="title"/>
          </p:nvPr>
        </p:nvSpPr>
        <p:spPr>
          <a:xfrm rot="5400000">
            <a:off x="8782377" y="802171"/>
            <a:ext cx="4130921" cy="291434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4"/>
          <p:cNvSpPr txBox="1"/>
          <p:nvPr>
            <p:ph idx="1" type="body"/>
          </p:nvPr>
        </p:nvSpPr>
        <p:spPr>
          <a:xfrm rot="5400000">
            <a:off x="2845750" y="-2004234"/>
            <a:ext cx="4130921" cy="85271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4"/>
          <p:cNvSpPr txBox="1"/>
          <p:nvPr>
            <p:ph idx="10" type="dt"/>
          </p:nvPr>
        </p:nvSpPr>
        <p:spPr>
          <a:xfrm>
            <a:off x="647632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4"/>
          <p:cNvSpPr txBox="1"/>
          <p:nvPr>
            <p:ph idx="11" type="ftr"/>
          </p:nvPr>
        </p:nvSpPr>
        <p:spPr>
          <a:xfrm>
            <a:off x="4425486" y="4487306"/>
            <a:ext cx="4101670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4"/>
          <p:cNvSpPr txBox="1"/>
          <p:nvPr>
            <p:ph idx="12" type="sldNum"/>
          </p:nvPr>
        </p:nvSpPr>
        <p:spPr>
          <a:xfrm>
            <a:off x="9282727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3"/>
          <p:cNvSpPr txBox="1"/>
          <p:nvPr>
            <p:ph type="title"/>
          </p:nvPr>
        </p:nvSpPr>
        <p:spPr>
          <a:xfrm>
            <a:off x="647632" y="193883"/>
            <a:ext cx="11657378" cy="806908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233"/>
              <a:buFont typeface="Calibri"/>
              <a:buNone/>
              <a:defRPr b="0" i="0" sz="62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3"/>
          <p:cNvSpPr txBox="1"/>
          <p:nvPr>
            <p:ph idx="1" type="body"/>
          </p:nvPr>
        </p:nvSpPr>
        <p:spPr>
          <a:xfrm>
            <a:off x="647632" y="1129672"/>
            <a:ext cx="11657378" cy="31951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516446" lvl="0" marL="457200" marR="0" rtl="0" algn="l">
              <a:spcBef>
                <a:spcPts val="907"/>
              </a:spcBef>
              <a:spcAft>
                <a:spcPts val="0"/>
              </a:spcAft>
              <a:buClr>
                <a:schemeClr val="dk1"/>
              </a:buClr>
              <a:buSzPts val="4533"/>
              <a:buFont typeface="Arial"/>
              <a:buChar char="•"/>
              <a:defRPr b="0" i="0" sz="45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80441" lvl="1" marL="914400" marR="0" rtl="0" algn="l">
              <a:spcBef>
                <a:spcPts val="793"/>
              </a:spcBef>
              <a:spcAft>
                <a:spcPts val="0"/>
              </a:spcAft>
              <a:buClr>
                <a:schemeClr val="dk1"/>
              </a:buClr>
              <a:buSzPts val="3966"/>
              <a:buFont typeface="Arial"/>
              <a:buChar char="–"/>
              <a:defRPr b="0" i="0" sz="3966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444500" lvl="2" marL="1371600" marR="0" rtl="0" algn="l">
              <a:spcBef>
                <a:spcPts val="68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Arial"/>
              <a:buChar char="•"/>
              <a:defRPr b="0" i="0" sz="3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408496" lvl="3" marL="1828800" marR="0" rtl="0" algn="l"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833"/>
              <a:buFont typeface="Arial"/>
              <a:buChar char="–"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408495" lvl="4" marL="2286000" marR="0" rtl="0" algn="l"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833"/>
              <a:buFont typeface="Arial"/>
              <a:buChar char="»"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408495" lvl="5" marL="2743200" marR="0" rtl="0" algn="l"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833"/>
              <a:buFont typeface="Arial"/>
              <a:buChar char="•"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408495" lvl="6" marL="3200400" marR="0" rtl="0" algn="l"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833"/>
              <a:buFont typeface="Arial"/>
              <a:buChar char="•"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408495" lvl="7" marL="3657600" marR="0" rtl="0" algn="l"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833"/>
              <a:buFont typeface="Arial"/>
              <a:buChar char="•"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408496" lvl="8" marL="4114800" marR="0" rtl="0" algn="l">
              <a:spcBef>
                <a:spcPts val="567"/>
              </a:spcBef>
              <a:spcAft>
                <a:spcPts val="0"/>
              </a:spcAft>
              <a:buClr>
                <a:schemeClr val="dk1"/>
              </a:buClr>
              <a:buSzPts val="2833"/>
              <a:buFont typeface="Arial"/>
              <a:buChar char="•"/>
              <a:defRPr b="0" i="0" sz="2833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3"/>
          <p:cNvSpPr txBox="1"/>
          <p:nvPr>
            <p:ph idx="10" type="dt"/>
          </p:nvPr>
        </p:nvSpPr>
        <p:spPr>
          <a:xfrm>
            <a:off x="647632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3"/>
          <p:cNvSpPr txBox="1"/>
          <p:nvPr>
            <p:ph idx="11" type="ftr"/>
          </p:nvPr>
        </p:nvSpPr>
        <p:spPr>
          <a:xfrm>
            <a:off x="4425486" y="4487306"/>
            <a:ext cx="4101670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3"/>
          <p:cNvSpPr txBox="1"/>
          <p:nvPr>
            <p:ph idx="12" type="sldNum"/>
          </p:nvPr>
        </p:nvSpPr>
        <p:spPr>
          <a:xfrm>
            <a:off x="9282727" y="4487306"/>
            <a:ext cx="3022283" cy="25776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7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w-IL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1.jpg"/><Relationship Id="rId5" Type="http://schemas.openxmlformats.org/officeDocument/2006/relationships/hyperlink" Target="https://www.davidegroppi.com/en/products/magia-p11708" TargetMode="External"/><Relationship Id="rId6" Type="http://schemas.openxmlformats.org/officeDocument/2006/relationships/hyperlink" Target="https://www.davidegroppi.com/en/products/magia-p11708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"/>
          <p:cNvSpPr txBox="1"/>
          <p:nvPr/>
        </p:nvSpPr>
        <p:spPr>
          <a:xfrm>
            <a:off x="10293766" y="6419850"/>
            <a:ext cx="9175674" cy="366767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ctr">
              <a:lnSpc>
                <a:spcPct val="120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11924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כתב כמויות</a:t>
            </a:r>
            <a:endParaRPr/>
          </a:p>
          <a:p>
            <a:pPr indent="0" lvl="0" marL="0" marR="0" rtl="1" algn="ctr">
              <a:lnSpc>
                <a:spcPct val="12000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11924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גופי תאורה</a:t>
            </a:r>
            <a:endParaRPr/>
          </a:p>
        </p:txBody>
      </p:sp>
      <p:sp>
        <p:nvSpPr>
          <p:cNvPr id="89" name="Google Shape;89;p1"/>
          <p:cNvSpPr txBox="1"/>
          <p:nvPr/>
        </p:nvSpPr>
        <p:spPr>
          <a:xfrm>
            <a:off x="10010480" y="12693828"/>
            <a:ext cx="9448800" cy="2107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ctr">
              <a:lnSpc>
                <a:spcPct val="894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6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{{שם_פרויקט}} {{שם_קומה}}         </a:t>
            </a:r>
            <a:endParaRPr/>
          </a:p>
          <a:p>
            <a:pPr indent="0" lvl="0" marL="0" marR="0" rtl="1" algn="ctr">
              <a:lnSpc>
                <a:spcPct val="894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60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{{מהדורה}}   {{שנה}}</a:t>
            </a:r>
            <a:endParaRPr/>
          </a:p>
          <a:p>
            <a:pPr indent="0" lvl="0" marL="0" marR="0" rtl="1" algn="ctr">
              <a:lnSpc>
                <a:spcPct val="894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60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pSp>
        <p:nvGrpSpPr>
          <p:cNvPr id="90" name="Google Shape;90;p1"/>
          <p:cNvGrpSpPr/>
          <p:nvPr/>
        </p:nvGrpSpPr>
        <p:grpSpPr>
          <a:xfrm>
            <a:off x="673920" y="623695"/>
            <a:ext cx="1123323" cy="1821270"/>
            <a:chOff x="63500" y="63461"/>
            <a:chExt cx="829950" cy="1345607"/>
          </a:xfrm>
        </p:grpSpPr>
        <p:sp>
          <p:nvSpPr>
            <p:cNvPr id="91" name="Google Shape;91;p1"/>
            <p:cNvSpPr/>
            <p:nvPr/>
          </p:nvSpPr>
          <p:spPr>
            <a:xfrm>
              <a:off x="170515" y="63461"/>
              <a:ext cx="722935" cy="723052"/>
            </a:xfrm>
            <a:custGeom>
              <a:rect b="b" l="l" r="r" t="t"/>
              <a:pathLst>
                <a:path extrusionOk="0" h="723052" w="722935">
                  <a:moveTo>
                    <a:pt x="722935" y="175173"/>
                  </a:moveTo>
                  <a:lnTo>
                    <a:pt x="83867" y="3849"/>
                  </a:lnTo>
                  <a:cubicBezTo>
                    <a:pt x="23669" y="-12280"/>
                    <a:pt x="-12272" y="23788"/>
                    <a:pt x="3857" y="83859"/>
                  </a:cubicBezTo>
                  <a:lnTo>
                    <a:pt x="175054" y="723052"/>
                  </a:lnTo>
                  <a:close/>
                </a:path>
              </a:pathLst>
            </a:custGeom>
            <a:solidFill>
              <a:srgbClr val="231F2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1"/>
            <p:cNvSpPr/>
            <p:nvPr/>
          </p:nvSpPr>
          <p:spPr>
            <a:xfrm>
              <a:off x="63500" y="504191"/>
              <a:ext cx="25400" cy="904877"/>
            </a:xfrm>
            <a:custGeom>
              <a:rect b="b" l="l" r="r" t="t"/>
              <a:pathLst>
                <a:path extrusionOk="0" h="904877" w="25400">
                  <a:moveTo>
                    <a:pt x="25400" y="0"/>
                  </a:moveTo>
                  <a:lnTo>
                    <a:pt x="25400" y="904877"/>
                  </a:lnTo>
                  <a:lnTo>
                    <a:pt x="0" y="9048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31F20"/>
            </a:solidFill>
            <a:ln>
              <a:noFill/>
            </a:ln>
          </p:spPr>
        </p:sp>
      </p:grpSp>
      <p:cxnSp>
        <p:nvCxnSpPr>
          <p:cNvPr id="93" name="Google Shape;93;p1"/>
          <p:cNvCxnSpPr/>
          <p:nvPr/>
        </p:nvCxnSpPr>
        <p:spPr>
          <a:xfrm>
            <a:off x="587974" y="2759792"/>
            <a:ext cx="29412785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94" name="Google Shape;94;p1"/>
          <p:cNvSpPr txBox="1"/>
          <p:nvPr/>
        </p:nvSpPr>
        <p:spPr>
          <a:xfrm>
            <a:off x="1030929" y="1859189"/>
            <a:ext cx="13850674" cy="6459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4306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Michal Ben Loulou - Lighting design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" name="Google Shape;103;p2"/>
          <p:cNvGrpSpPr/>
          <p:nvPr/>
        </p:nvGrpSpPr>
        <p:grpSpPr>
          <a:xfrm>
            <a:off x="551218" y="3955942"/>
            <a:ext cx="10901842" cy="12116380"/>
            <a:chOff x="0" y="0"/>
            <a:chExt cx="23205235" cy="24059389"/>
          </a:xfrm>
        </p:grpSpPr>
        <p:sp>
          <p:nvSpPr>
            <p:cNvPr id="104" name="Google Shape;104;p2"/>
            <p:cNvSpPr/>
            <p:nvPr/>
          </p:nvSpPr>
          <p:spPr>
            <a:xfrm>
              <a:off x="23018" y="61678"/>
              <a:ext cx="23159193" cy="23936091"/>
            </a:xfrm>
            <a:custGeom>
              <a:rect b="b" l="l" r="r" t="t"/>
              <a:pathLst>
                <a:path extrusionOk="0" h="23936091" w="23159193">
                  <a:moveTo>
                    <a:pt x="0" y="0"/>
                  </a:moveTo>
                  <a:lnTo>
                    <a:pt x="23159193" y="0"/>
                  </a:lnTo>
                  <a:lnTo>
                    <a:pt x="23159193" y="23936091"/>
                  </a:lnTo>
                  <a:lnTo>
                    <a:pt x="0" y="23936091"/>
                  </a:lnTo>
                  <a:close/>
                </a:path>
              </a:pathLst>
            </a:custGeom>
            <a:blipFill rotWithShape="1">
              <a:blip r:embed="rId3">
                <a:alphaModFix/>
              </a:blip>
              <a:stretch>
                <a:fillRect b="-260" l="-1948" r="-1941" t="-257"/>
              </a:stretch>
            </a:blipFill>
            <a:ln>
              <a:noFill/>
            </a:ln>
          </p:spPr>
        </p:sp>
        <p:sp>
          <p:nvSpPr>
            <p:cNvPr id="105" name="Google Shape;105;p2"/>
            <p:cNvSpPr/>
            <p:nvPr/>
          </p:nvSpPr>
          <p:spPr>
            <a:xfrm>
              <a:off x="0" y="0"/>
              <a:ext cx="23205235" cy="24059389"/>
            </a:xfrm>
            <a:custGeom>
              <a:rect b="b" l="l" r="r" t="t"/>
              <a:pathLst>
                <a:path extrusionOk="0" h="24059389" w="23205235">
                  <a:moveTo>
                    <a:pt x="23018" y="0"/>
                  </a:moveTo>
                  <a:lnTo>
                    <a:pt x="23182211" y="0"/>
                  </a:lnTo>
                  <a:cubicBezTo>
                    <a:pt x="23194879" y="0"/>
                    <a:pt x="23205235" y="27413"/>
                    <a:pt x="23205235" y="61678"/>
                  </a:cubicBezTo>
                  <a:lnTo>
                    <a:pt x="23205235" y="23997769"/>
                  </a:lnTo>
                  <a:cubicBezTo>
                    <a:pt x="23205235" y="24031708"/>
                    <a:pt x="23195000" y="24059389"/>
                    <a:pt x="23182211" y="24059389"/>
                  </a:cubicBezTo>
                  <a:lnTo>
                    <a:pt x="23018" y="24059389"/>
                  </a:lnTo>
                  <a:cubicBezTo>
                    <a:pt x="10352" y="24059389"/>
                    <a:pt x="0" y="24032035"/>
                    <a:pt x="0" y="23997769"/>
                  </a:cubicBezTo>
                  <a:lnTo>
                    <a:pt x="0" y="61678"/>
                  </a:lnTo>
                  <a:cubicBezTo>
                    <a:pt x="0" y="27413"/>
                    <a:pt x="10230" y="0"/>
                    <a:pt x="23018" y="0"/>
                  </a:cubicBezTo>
                  <a:moveTo>
                    <a:pt x="23018" y="123030"/>
                  </a:moveTo>
                  <a:lnTo>
                    <a:pt x="23018" y="61678"/>
                  </a:lnTo>
                  <a:lnTo>
                    <a:pt x="45914" y="61678"/>
                  </a:lnTo>
                  <a:lnTo>
                    <a:pt x="45914" y="23997769"/>
                  </a:lnTo>
                  <a:lnTo>
                    <a:pt x="23018" y="23997769"/>
                  </a:lnTo>
                  <a:lnTo>
                    <a:pt x="23018" y="23936091"/>
                  </a:lnTo>
                  <a:lnTo>
                    <a:pt x="23182211" y="23936091"/>
                  </a:lnTo>
                  <a:lnTo>
                    <a:pt x="23182211" y="23997769"/>
                  </a:lnTo>
                  <a:lnTo>
                    <a:pt x="23159194" y="23997769"/>
                  </a:lnTo>
                  <a:lnTo>
                    <a:pt x="23159194" y="61678"/>
                  </a:lnTo>
                  <a:lnTo>
                    <a:pt x="23182211" y="61678"/>
                  </a:lnTo>
                  <a:lnTo>
                    <a:pt x="23182211" y="123030"/>
                  </a:lnTo>
                  <a:lnTo>
                    <a:pt x="23018" y="123030"/>
                  </a:lnTo>
                  <a:close/>
                </a:path>
              </a:pathLst>
            </a:custGeom>
            <a:solidFill>
              <a:srgbClr val="D9D5CF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cxnSp>
        <p:nvCxnSpPr>
          <p:cNvPr id="106" name="Google Shape;106;p2"/>
          <p:cNvCxnSpPr/>
          <p:nvPr/>
        </p:nvCxnSpPr>
        <p:spPr>
          <a:xfrm>
            <a:off x="551217" y="18233580"/>
            <a:ext cx="29412785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7" name="Google Shape;107;p2"/>
          <p:cNvCxnSpPr/>
          <p:nvPr/>
        </p:nvCxnSpPr>
        <p:spPr>
          <a:xfrm rot="10800000">
            <a:off x="3819363" y="16745840"/>
            <a:ext cx="0" cy="1311483"/>
          </a:xfrm>
          <a:prstGeom prst="straightConnector1">
            <a:avLst/>
          </a:prstGeom>
          <a:noFill/>
          <a:ln cap="flat" cmpd="sng" w="9525">
            <a:solidFill>
              <a:srgbClr val="6E6E6E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8" name="Google Shape;108;p2"/>
          <p:cNvCxnSpPr/>
          <p:nvPr/>
        </p:nvCxnSpPr>
        <p:spPr>
          <a:xfrm rot="10800000">
            <a:off x="8414194" y="16745840"/>
            <a:ext cx="0" cy="1311483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09" name="Google Shape;109;p2"/>
          <p:cNvCxnSpPr/>
          <p:nvPr/>
        </p:nvCxnSpPr>
        <p:spPr>
          <a:xfrm rot="10800000">
            <a:off x="13731555" y="16745840"/>
            <a:ext cx="0" cy="1311483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0" name="Google Shape;110;p2"/>
          <p:cNvCxnSpPr/>
          <p:nvPr/>
        </p:nvCxnSpPr>
        <p:spPr>
          <a:xfrm rot="10800000">
            <a:off x="18262450" y="16745840"/>
            <a:ext cx="0" cy="1311483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1" name="Google Shape;111;p2"/>
          <p:cNvCxnSpPr/>
          <p:nvPr/>
        </p:nvCxnSpPr>
        <p:spPr>
          <a:xfrm rot="10800000">
            <a:off x="22394375" y="16745840"/>
            <a:ext cx="0" cy="1311483"/>
          </a:xfrm>
          <a:prstGeom prst="straightConnector1">
            <a:avLst/>
          </a:prstGeom>
          <a:noFill/>
          <a:ln cap="flat" cmpd="sng" w="9525">
            <a:solidFill>
              <a:srgbClr val="6E6E6E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12" name="Google Shape;112;p2"/>
          <p:cNvGrpSpPr/>
          <p:nvPr/>
        </p:nvGrpSpPr>
        <p:grpSpPr>
          <a:xfrm>
            <a:off x="520494" y="19283361"/>
            <a:ext cx="14617906" cy="845044"/>
            <a:chOff x="0" y="-19050"/>
            <a:chExt cx="10475254" cy="605561"/>
          </a:xfrm>
        </p:grpSpPr>
        <p:sp>
          <p:nvSpPr>
            <p:cNvPr id="113" name="Google Shape;113;p2"/>
            <p:cNvSpPr/>
            <p:nvPr/>
          </p:nvSpPr>
          <p:spPr>
            <a:xfrm>
              <a:off x="0" y="0"/>
              <a:ext cx="10475245" cy="586507"/>
            </a:xfrm>
            <a:custGeom>
              <a:rect b="b" l="l" r="r" t="t"/>
              <a:pathLst>
                <a:path extrusionOk="0" h="586507" w="10475245">
                  <a:moveTo>
                    <a:pt x="0" y="0"/>
                  </a:moveTo>
                  <a:lnTo>
                    <a:pt x="10475245" y="0"/>
                  </a:lnTo>
                  <a:lnTo>
                    <a:pt x="10475245" y="586507"/>
                  </a:lnTo>
                  <a:lnTo>
                    <a:pt x="0" y="586507"/>
                  </a:lnTo>
                  <a:close/>
                </a:path>
              </a:pathLst>
            </a:custGeom>
            <a:blipFill rotWithShape="1">
              <a:blip r:embed="rId4">
                <a:alphaModFix amt="0"/>
              </a:blip>
              <a:stretch>
                <a:fillRect b="-179148" l="0" r="34155" t="-179148"/>
              </a:stretch>
            </a:blipFill>
            <a:ln>
              <a:noFill/>
            </a:ln>
          </p:spPr>
        </p:sp>
        <p:sp>
          <p:nvSpPr>
            <p:cNvPr id="114" name="Google Shape;114;p2"/>
            <p:cNvSpPr txBox="1"/>
            <p:nvPr/>
          </p:nvSpPr>
          <p:spPr>
            <a:xfrm>
              <a:off x="0" y="-19050"/>
              <a:ext cx="10475254" cy="605561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1" algn="l">
                <a:lnSpc>
                  <a:spcPct val="99208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0" i="0" lang="iw-IL" sz="2400" u="sng" cap="none" strike="noStrike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  <a:hlinkClick r:id="rId5">
                    <a:extLst>
                      <a:ext uri="{A12FA001-AC4F-418D-AE19-62706E023703}">
                        <ahyp:hlinkClr val="tx"/>
                      </a:ext>
                    </a:extLst>
                  </a:hlinkClick>
                </a:rPr>
                <a:t>{{קישור_מוצר}}</a:t>
              </a:r>
              <a:endParaRPr/>
            </a:p>
          </p:txBody>
        </p:sp>
      </p:grpSp>
      <p:graphicFrame>
        <p:nvGraphicFramePr>
          <p:cNvPr id="115" name="Google Shape;115;p2"/>
          <p:cNvGraphicFramePr/>
          <p:nvPr/>
        </p:nvGraphicFramePr>
        <p:xfrm>
          <a:off x="24041111" y="897766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{F5F039C9-41EA-491F-BF92-9D442EE57FDA}</a:tableStyleId>
              </a:tblPr>
              <a:tblGrid>
                <a:gridCol w="3834975"/>
                <a:gridCol w="2087925"/>
              </a:tblGrid>
              <a:tr h="1065400">
                <a:tc gridSpan="2">
                  <a:txBody>
                    <a:bodyPr/>
                    <a:lstStyle/>
                    <a:p>
                      <a:pPr indent="0" lvl="0" marL="0" marR="0" rtl="1" algn="ctr">
                        <a:lnSpc>
                          <a:spcPct val="8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30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אופטיקה</a:t>
                      </a:r>
                      <a:endParaRPr sz="1600" u="none" cap="none" strike="noStrike"/>
                    </a:p>
                  </a:txBody>
                  <a:tcPr marT="182150" marB="182150" marR="182150" marL="182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33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33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AE3"/>
                    </a:solidFill>
                  </a:tcPr>
                </a:tc>
                <a:tc hMerge="1"/>
              </a:tr>
              <a:tr h="1200925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290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{{רפלקטור}}</a:t>
                      </a:r>
                      <a:endParaRPr sz="1600" u="none" cap="none" strike="noStrike"/>
                    </a:p>
                  </a:txBody>
                  <a:tcPr marT="182150" marB="182150" marR="182150" marL="182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33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841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רפלקטור</a:t>
                      </a:r>
                      <a:endParaRPr sz="1600" u="none" cap="none" strike="noStrike"/>
                    </a:p>
                  </a:txBody>
                  <a:tcPr marT="182150" marB="182150" marR="182150" marL="182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4315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515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{{עדשה_כיסוי}}</a:t>
                      </a:r>
                      <a:endParaRPr sz="1600" u="none" cap="none" strike="noStrike"/>
                    </a:p>
                  </a:txBody>
                  <a:tcPr marT="182150" marB="182150" marR="182150" marL="182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841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עדשה/כיסוי</a:t>
                      </a:r>
                      <a:endParaRPr sz="1600" u="none" cap="none" strike="noStrike"/>
                    </a:p>
                  </a:txBody>
                  <a:tcPr marT="182150" marB="182150" marR="182150" marL="182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4810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6715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{{זווית_הארה}}</a:t>
                      </a:r>
                      <a:endParaRPr sz="1600" u="none" cap="none" strike="noStrike"/>
                    </a:p>
                  </a:txBody>
                  <a:tcPr marT="182150" marB="182150" marR="182150" marL="182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1" algn="just">
                        <a:lnSpc>
                          <a:spcPct val="841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זווית הארה</a:t>
                      </a:r>
                      <a:endParaRPr sz="1600" u="none" cap="none" strike="noStrike"/>
                    </a:p>
                  </a:txBody>
                  <a:tcPr marT="182150" marB="182150" marR="182150" marL="182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4315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515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{{כיוונון}}</a:t>
                      </a:r>
                      <a:endParaRPr sz="1600" u="none" cap="none" strike="noStrike"/>
                    </a:p>
                  </a:txBody>
                  <a:tcPr marT="182150" marB="182150" marR="182150" marL="182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841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כיוונון</a:t>
                      </a:r>
                      <a:endParaRPr sz="1600" u="none" cap="none" strike="noStrike"/>
                    </a:p>
                  </a:txBody>
                  <a:tcPr marT="182150" marB="182150" marR="182150" marL="182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06647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841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{{פיזור_אור}}</a:t>
                      </a:r>
                      <a:endParaRPr sz="1600" u="none" cap="none" strike="noStrike"/>
                    </a:p>
                  </a:txBody>
                  <a:tcPr marT="182150" marB="182150" marR="182150" marL="182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841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פיזור אור</a:t>
                      </a:r>
                      <a:endParaRPr sz="1600" u="none" cap="none" strike="noStrike"/>
                    </a:p>
                  </a:txBody>
                  <a:tcPr marT="182150" marB="182150" marR="182150" marL="18215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cxnSp>
        <p:nvCxnSpPr>
          <p:cNvPr id="116" name="Google Shape;116;p2"/>
          <p:cNvCxnSpPr/>
          <p:nvPr/>
        </p:nvCxnSpPr>
        <p:spPr>
          <a:xfrm rot="10800000">
            <a:off x="28404899" y="3955942"/>
            <a:ext cx="7889" cy="982150"/>
          </a:xfrm>
          <a:prstGeom prst="straightConnector1">
            <a:avLst/>
          </a:prstGeom>
          <a:noFill/>
          <a:ln cap="flat" cmpd="sng" w="9525">
            <a:solidFill>
              <a:srgbClr val="6E6E6E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17" name="Google Shape;117;p2"/>
          <p:cNvSpPr txBox="1"/>
          <p:nvPr/>
        </p:nvSpPr>
        <p:spPr>
          <a:xfrm>
            <a:off x="20411786" y="7694848"/>
            <a:ext cx="77832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22359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3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{{חדרים}}</a:t>
            </a:r>
            <a:endParaRPr/>
          </a:p>
        </p:txBody>
      </p:sp>
      <p:cxnSp>
        <p:nvCxnSpPr>
          <p:cNvPr id="118" name="Google Shape;118;p2"/>
          <p:cNvCxnSpPr/>
          <p:nvPr/>
        </p:nvCxnSpPr>
        <p:spPr>
          <a:xfrm>
            <a:off x="19721644" y="4843305"/>
            <a:ext cx="8085858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119" name="Google Shape;119;p2"/>
          <p:cNvCxnSpPr/>
          <p:nvPr/>
        </p:nvCxnSpPr>
        <p:spPr>
          <a:xfrm rot="10800000">
            <a:off x="26550376" y="16717491"/>
            <a:ext cx="0" cy="1311483"/>
          </a:xfrm>
          <a:prstGeom prst="straightConnector1">
            <a:avLst/>
          </a:prstGeom>
          <a:noFill/>
          <a:ln cap="flat" cmpd="sng" w="9525">
            <a:solidFill>
              <a:srgbClr val="6E6E6E"/>
            </a:solidFill>
            <a:prstDash val="solid"/>
            <a:round/>
            <a:headEnd len="sm" w="sm" type="none"/>
            <a:tailEnd len="sm" w="sm" type="none"/>
          </a:ln>
        </p:spPr>
      </p:cxnSp>
      <p:graphicFrame>
        <p:nvGraphicFramePr>
          <p:cNvPr id="120" name="Google Shape;120;p2"/>
          <p:cNvGraphicFramePr/>
          <p:nvPr/>
        </p:nvGraphicFramePr>
        <p:xfrm>
          <a:off x="17254238" y="897766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{F5F039C9-41EA-491F-BF92-9D442EE57FDA}</a:tableStyleId>
              </a:tblPr>
              <a:tblGrid>
                <a:gridCol w="3758350"/>
                <a:gridCol w="2882150"/>
              </a:tblGrid>
              <a:tr h="1058700">
                <a:tc gridSpan="2">
                  <a:txBody>
                    <a:bodyPr/>
                    <a:lstStyle/>
                    <a:p>
                      <a:pPr indent="0" lvl="0" marL="0" marR="0" rtl="1" algn="ctr">
                        <a:lnSpc>
                          <a:spcPct val="8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30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נתוני חשמל</a:t>
                      </a:r>
                      <a:endParaRPr sz="1600" u="none" cap="none" strike="noStrike"/>
                    </a:p>
                  </a:txBody>
                  <a:tcPr marT="188900" marB="188900" marR="188900" marL="18890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33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33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AE3"/>
                    </a:solidFill>
                  </a:tcPr>
                </a:tc>
                <a:tc hMerge="1"/>
              </a:tr>
              <a:tr h="1361575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515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{{אורך_חיים}}</a:t>
                      </a:r>
                      <a:endParaRPr sz="1600" u="none" cap="none" strike="noStrike"/>
                    </a:p>
                  </a:txBody>
                  <a:tcPr marT="188900" marB="188900" marR="188900" marL="18890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33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841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אורך חיים של מקור האור</a:t>
                      </a:r>
                      <a:endParaRPr sz="1600" u="none" cap="none" strike="noStrike"/>
                    </a:p>
                  </a:txBody>
                  <a:tcPr marT="188900" marB="188900" marR="188900" marL="18890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9805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6715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{{יעילות}}</a:t>
                      </a:r>
                      <a:endParaRPr sz="1600" u="none" cap="none" strike="noStrike"/>
                    </a:p>
                  </a:txBody>
                  <a:tcPr marT="188900" marB="188900" marR="188900" marL="18890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1" algn="just">
                        <a:lnSpc>
                          <a:spcPct val="841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יעילות גוף תאורה</a:t>
                      </a:r>
                      <a:endParaRPr sz="1600" u="none" cap="none" strike="noStrike"/>
                    </a:p>
                  </a:txBody>
                  <a:tcPr marT="188900" marB="188900" marR="188900" marL="18890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35895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515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{{סינוור}}</a:t>
                      </a:r>
                      <a:endParaRPr sz="1600" u="none" cap="none" strike="noStrike"/>
                    </a:p>
                  </a:txBody>
                  <a:tcPr marT="188900" marB="188900" marR="188900" marL="18890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841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רמת סינוור</a:t>
                      </a:r>
                      <a:endParaRPr sz="1600" u="none" cap="none" strike="noStrike"/>
                    </a:p>
                  </a:txBody>
                  <a:tcPr marT="188900" marB="188900" marR="188900" marL="18890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6627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841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{{מיקום_ציוד_עזר}}</a:t>
                      </a:r>
                      <a:endParaRPr sz="1600" u="none" cap="none" strike="noStrike"/>
                    </a:p>
                  </a:txBody>
                  <a:tcPr marT="188900" marB="188900" marR="188900" marL="18890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841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מיקום ציוד עזר</a:t>
                      </a:r>
                      <a:endParaRPr sz="1600" u="none" cap="none" strike="noStrike"/>
                    </a:p>
                  </a:txBody>
                  <a:tcPr marT="188900" marB="188900" marR="188900" marL="18890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236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841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{{שיטת_שליטה}}</a:t>
                      </a:r>
                      <a:endParaRPr sz="1600" u="none" cap="none" strike="noStrike"/>
                    </a:p>
                  </a:txBody>
                  <a:tcPr marT="188900" marB="188900" marR="188900" marL="18890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841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שיטת שליטה</a:t>
                      </a:r>
                      <a:endParaRPr sz="1600" u="none" cap="none" strike="noStrike"/>
                    </a:p>
                  </a:txBody>
                  <a:tcPr marT="188900" marB="188900" marR="188900" marL="188900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graphicFrame>
        <p:nvGraphicFramePr>
          <p:cNvPr id="121" name="Google Shape;121;p2"/>
          <p:cNvGraphicFramePr/>
          <p:nvPr/>
        </p:nvGraphicFramePr>
        <p:xfrm>
          <a:off x="11660249" y="899000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{F5F039C9-41EA-491F-BF92-9D442EE57FDA}</a:tableStyleId>
              </a:tblPr>
              <a:tblGrid>
                <a:gridCol w="2751450"/>
                <a:gridCol w="2653225"/>
              </a:tblGrid>
              <a:tr h="948400">
                <a:tc gridSpan="2">
                  <a:txBody>
                    <a:bodyPr/>
                    <a:lstStyle/>
                    <a:p>
                      <a:pPr indent="0" lvl="0" marL="0" marR="0" rtl="1" algn="ctr">
                        <a:lnSpc>
                          <a:spcPct val="84166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30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נתונים פיזיים</a:t>
                      </a:r>
                      <a:endParaRPr sz="1600" u="none" cap="none" strike="noStrike"/>
                    </a:p>
                  </a:txBody>
                  <a:tcPr marT="121425" marB="121425" marR="121425" marL="12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33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33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EFEAE3"/>
                    </a:solidFill>
                  </a:tcPr>
                </a:tc>
                <a:tc hMerge="1"/>
              </a:tr>
              <a:tr h="1058725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2908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{{צבע_גמר}}</a:t>
                      </a:r>
                      <a:endParaRPr sz="1600" u="none" cap="none" strike="noStrike"/>
                    </a:p>
                  </a:txBody>
                  <a:tcPr marT="121425" marB="121425" marR="121425" marL="12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33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841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צבע גמר</a:t>
                      </a:r>
                      <a:endParaRPr sz="1600" u="none" cap="none" strike="noStrike"/>
                    </a:p>
                  </a:txBody>
                  <a:tcPr marT="121425" marB="121425" marR="121425" marL="12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00925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515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{{קוטר_גוף}}</a:t>
                      </a:r>
                      <a:endParaRPr sz="1600" u="none" cap="none" strike="noStrike"/>
                    </a:p>
                  </a:txBody>
                  <a:tcPr marT="121425" marB="121425" marR="121425" marL="12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841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מידת גוף קוטר</a:t>
                      </a:r>
                      <a:endParaRPr sz="1600" u="none" cap="none" strike="noStrike"/>
                    </a:p>
                  </a:txBody>
                  <a:tcPr marT="121425" marB="121425" marR="121425" marL="12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7050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67159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{{רוחב_גוף}}</a:t>
                      </a:r>
                      <a:endParaRPr sz="1600" u="none" cap="none" strike="noStrike"/>
                    </a:p>
                  </a:txBody>
                  <a:tcPr marT="121425" marB="121425" marR="121425" marL="12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1" algn="just">
                        <a:lnSpc>
                          <a:spcPct val="841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מידת גוף רוחב</a:t>
                      </a:r>
                      <a:endParaRPr sz="1600" u="none" cap="none" strike="noStrike"/>
                    </a:p>
                  </a:txBody>
                  <a:tcPr marT="121425" marB="121425" marR="121425" marL="12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200925">
                <a:tc>
                  <a:txBody>
                    <a:bodyPr/>
                    <a:lstStyle/>
                    <a:p>
                      <a:pPr indent="0" lvl="0" marL="0" marR="0" rtl="0" algn="r">
                        <a:lnSpc>
                          <a:spcPct val="15152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{{גובה_גוף}}</a:t>
                      </a:r>
                      <a:endParaRPr sz="1600" u="none" cap="none" strike="noStrike"/>
                    </a:p>
                  </a:txBody>
                  <a:tcPr marT="121425" marB="121425" marR="121425" marL="12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841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מידת גוף גובה</a:t>
                      </a:r>
                      <a:endParaRPr sz="1600" u="none" cap="none" strike="noStrike"/>
                    </a:p>
                  </a:txBody>
                  <a:tcPr marT="121425" marB="121425" marR="121425" marL="12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80675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841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{{סוג_רוזטה}}</a:t>
                      </a:r>
                      <a:endParaRPr sz="1600" u="none" cap="none" strike="noStrike"/>
                    </a:p>
                  </a:txBody>
                  <a:tcPr marT="121425" marB="121425" marR="121425" marL="12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841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סוג רוזטה</a:t>
                      </a:r>
                      <a:endParaRPr sz="1600" u="none" cap="none" strike="noStrike"/>
                    </a:p>
                  </a:txBody>
                  <a:tcPr marT="121425" marB="121425" marR="121425" marL="12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28150"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841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{{יבואן}}</a:t>
                      </a:r>
                      <a:endParaRPr sz="1600" u="none" cap="none" strike="noStrike"/>
                    </a:p>
                  </a:txBody>
                  <a:tcPr marT="121425" marB="121425" marR="121425" marL="12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1" algn="r">
                        <a:lnSpc>
                          <a:spcPct val="8416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iw-IL" sz="2500" u="none" cap="none" strike="noStrik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  <a:sym typeface="Calibri"/>
                        </a:rPr>
                        <a:t>יבואן</a:t>
                      </a:r>
                      <a:endParaRPr sz="1600" u="none" cap="none" strike="noStrike"/>
                    </a:p>
                  </a:txBody>
                  <a:tcPr marT="121425" marB="121425" marR="121425" marL="121425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  <p:cxnSp>
        <p:nvCxnSpPr>
          <p:cNvPr id="122" name="Google Shape;122;p2"/>
          <p:cNvCxnSpPr/>
          <p:nvPr/>
        </p:nvCxnSpPr>
        <p:spPr>
          <a:xfrm>
            <a:off x="551217" y="16607970"/>
            <a:ext cx="29412785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123" name="Google Shape;123;p2"/>
          <p:cNvGrpSpPr/>
          <p:nvPr/>
        </p:nvGrpSpPr>
        <p:grpSpPr>
          <a:xfrm>
            <a:off x="673920" y="623695"/>
            <a:ext cx="1123323" cy="1821270"/>
            <a:chOff x="63500" y="63461"/>
            <a:chExt cx="829950" cy="1345607"/>
          </a:xfrm>
        </p:grpSpPr>
        <p:sp>
          <p:nvSpPr>
            <p:cNvPr id="124" name="Google Shape;124;p2"/>
            <p:cNvSpPr/>
            <p:nvPr/>
          </p:nvSpPr>
          <p:spPr>
            <a:xfrm>
              <a:off x="170515" y="63461"/>
              <a:ext cx="722935" cy="723052"/>
            </a:xfrm>
            <a:custGeom>
              <a:rect b="b" l="l" r="r" t="t"/>
              <a:pathLst>
                <a:path extrusionOk="0" h="723052" w="722935">
                  <a:moveTo>
                    <a:pt x="722935" y="175173"/>
                  </a:moveTo>
                  <a:lnTo>
                    <a:pt x="83867" y="3849"/>
                  </a:lnTo>
                  <a:cubicBezTo>
                    <a:pt x="23669" y="-12280"/>
                    <a:pt x="-12272" y="23788"/>
                    <a:pt x="3857" y="83859"/>
                  </a:cubicBezTo>
                  <a:lnTo>
                    <a:pt x="175054" y="723052"/>
                  </a:lnTo>
                  <a:close/>
                </a:path>
              </a:pathLst>
            </a:custGeom>
            <a:solidFill>
              <a:srgbClr val="231F20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2"/>
            <p:cNvSpPr/>
            <p:nvPr/>
          </p:nvSpPr>
          <p:spPr>
            <a:xfrm>
              <a:off x="63500" y="504191"/>
              <a:ext cx="25400" cy="904877"/>
            </a:xfrm>
            <a:custGeom>
              <a:rect b="b" l="l" r="r" t="t"/>
              <a:pathLst>
                <a:path extrusionOk="0" h="904877" w="25400">
                  <a:moveTo>
                    <a:pt x="25400" y="0"/>
                  </a:moveTo>
                  <a:lnTo>
                    <a:pt x="25400" y="904877"/>
                  </a:lnTo>
                  <a:lnTo>
                    <a:pt x="0" y="90487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231F20"/>
            </a:solidFill>
            <a:ln>
              <a:noFill/>
            </a:ln>
          </p:spPr>
        </p:sp>
      </p:grpSp>
      <p:cxnSp>
        <p:nvCxnSpPr>
          <p:cNvPr id="126" name="Google Shape;126;p2"/>
          <p:cNvCxnSpPr/>
          <p:nvPr/>
        </p:nvCxnSpPr>
        <p:spPr>
          <a:xfrm>
            <a:off x="587974" y="2759792"/>
            <a:ext cx="29412785" cy="0"/>
          </a:xfrm>
          <a:prstGeom prst="straightConnector1">
            <a:avLst/>
          </a:pr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27" name="Google Shape;127;p2"/>
          <p:cNvSpPr txBox="1"/>
          <p:nvPr/>
        </p:nvSpPr>
        <p:spPr>
          <a:xfrm>
            <a:off x="19440713" y="1938928"/>
            <a:ext cx="10523289" cy="583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r">
              <a:lnSpc>
                <a:spcPct val="12002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3891" u="none" cap="none" strike="noStrike">
                <a:solidFill>
                  <a:srgbClr val="1E1E1E"/>
                </a:solidFill>
                <a:latin typeface="Calibri"/>
                <a:ea typeface="Calibri"/>
                <a:cs typeface="Calibri"/>
                <a:sym typeface="Calibri"/>
              </a:rPr>
              <a:t>כתב כמויות תאורה | {{שם_פרויקט}} {{שם_פרויקט}}  </a:t>
            </a:r>
            <a:endParaRPr/>
          </a:p>
        </p:txBody>
      </p:sp>
      <p:sp>
        <p:nvSpPr>
          <p:cNvPr id="128" name="Google Shape;128;p2"/>
          <p:cNvSpPr txBox="1"/>
          <p:nvPr/>
        </p:nvSpPr>
        <p:spPr>
          <a:xfrm>
            <a:off x="28703845" y="3554022"/>
            <a:ext cx="776596" cy="1526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9937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{{סימון}}</a:t>
            </a:r>
            <a:endParaRPr/>
          </a:p>
        </p:txBody>
      </p:sp>
      <p:sp>
        <p:nvSpPr>
          <p:cNvPr id="129" name="Google Shape;129;p2"/>
          <p:cNvSpPr txBox="1"/>
          <p:nvPr/>
        </p:nvSpPr>
        <p:spPr>
          <a:xfrm>
            <a:off x="16429952" y="4281950"/>
            <a:ext cx="11313900" cy="5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835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iw-IL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{{שם_מוצר}}</a:t>
            </a:r>
            <a:r>
              <a:rPr b="0" i="0" lang="iw-IL" sz="4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{{יצרן}}  |   דגם  ויצרן  </a:t>
            </a:r>
            <a:endParaRPr/>
          </a:p>
        </p:txBody>
      </p:sp>
      <p:sp>
        <p:nvSpPr>
          <p:cNvPr id="130" name="Google Shape;130;p2"/>
          <p:cNvSpPr txBox="1"/>
          <p:nvPr/>
        </p:nvSpPr>
        <p:spPr>
          <a:xfrm>
            <a:off x="12525580" y="5786534"/>
            <a:ext cx="15463800" cy="4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just">
              <a:lnSpc>
                <a:spcPct val="12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3057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{{תיאור}} </a:t>
            </a:r>
            <a:endParaRPr/>
          </a:p>
        </p:txBody>
      </p:sp>
      <p:sp>
        <p:nvSpPr>
          <p:cNvPr id="131" name="Google Shape;131;p2"/>
          <p:cNvSpPr txBox="1"/>
          <p:nvPr/>
        </p:nvSpPr>
        <p:spPr>
          <a:xfrm>
            <a:off x="1030929" y="16951522"/>
            <a:ext cx="2073029" cy="11420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2000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4968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{{cri}}</a:t>
            </a:r>
            <a:endParaRPr/>
          </a:p>
          <a:p>
            <a:pPr indent="0" lvl="0" marL="0" marR="0" rtl="0" algn="ctr">
              <a:lnSpc>
                <a:spcPct val="1200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2483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CRI</a:t>
            </a:r>
            <a:endParaRPr/>
          </a:p>
        </p:txBody>
      </p:sp>
      <p:sp>
        <p:nvSpPr>
          <p:cNvPr id="132" name="Google Shape;132;p2"/>
          <p:cNvSpPr txBox="1"/>
          <p:nvPr/>
        </p:nvSpPr>
        <p:spPr>
          <a:xfrm>
            <a:off x="5118489" y="16980544"/>
            <a:ext cx="2073029" cy="990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4472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{{לומן}}</a:t>
            </a:r>
            <a:endParaRPr/>
          </a:p>
          <a:p>
            <a:pPr indent="0" lvl="0" marL="0" marR="0" rtl="0" algn="ctr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1987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לומן</a:t>
            </a:r>
            <a:endParaRPr/>
          </a:p>
        </p:txBody>
      </p:sp>
      <p:sp>
        <p:nvSpPr>
          <p:cNvPr id="133" name="Google Shape;133;p2"/>
          <p:cNvSpPr txBox="1"/>
          <p:nvPr/>
        </p:nvSpPr>
        <p:spPr>
          <a:xfrm>
            <a:off x="9634818" y="16965015"/>
            <a:ext cx="2747850" cy="129836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4472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{{טמפרטורת_צבע}}</a:t>
            </a:r>
            <a:endParaRPr/>
          </a:p>
          <a:p>
            <a:pPr indent="0" lvl="0" marL="0" marR="0" rtl="0" algn="ctr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1987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גוון אור</a:t>
            </a:r>
            <a:endParaRPr/>
          </a:p>
          <a:p>
            <a:pPr indent="0" lvl="0" marL="0" marR="0" rtl="0" algn="ctr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987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2"/>
          <p:cNvSpPr txBox="1"/>
          <p:nvPr/>
        </p:nvSpPr>
        <p:spPr>
          <a:xfrm>
            <a:off x="14840535" y="16893285"/>
            <a:ext cx="2073029" cy="990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4472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{{וואט}}</a:t>
            </a:r>
            <a:endParaRPr/>
          </a:p>
          <a:p>
            <a:pPr indent="0" lvl="0" marL="0" marR="0" rtl="0" algn="ctr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1987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הספק</a:t>
            </a:r>
            <a:endParaRPr/>
          </a:p>
        </p:txBody>
      </p:sp>
      <p:sp>
        <p:nvSpPr>
          <p:cNvPr id="135" name="Google Shape;135;p2"/>
          <p:cNvSpPr txBox="1"/>
          <p:nvPr/>
        </p:nvSpPr>
        <p:spPr>
          <a:xfrm>
            <a:off x="19291899" y="16965015"/>
            <a:ext cx="2073029" cy="990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4472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{{מתח_זרם}}</a:t>
            </a:r>
            <a:endParaRPr/>
          </a:p>
          <a:p>
            <a:pPr indent="0" lvl="0" marL="0" marR="0" rtl="0" algn="ctr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1987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מתח/ זרם</a:t>
            </a:r>
            <a:endParaRPr/>
          </a:p>
        </p:txBody>
      </p:sp>
      <p:sp>
        <p:nvSpPr>
          <p:cNvPr id="136" name="Google Shape;136;p2"/>
          <p:cNvSpPr txBox="1"/>
          <p:nvPr/>
        </p:nvSpPr>
        <p:spPr>
          <a:xfrm>
            <a:off x="27407412" y="16922862"/>
            <a:ext cx="2073029" cy="990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4472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{{כמות_כוללת}}</a:t>
            </a:r>
            <a:endParaRPr/>
          </a:p>
          <a:p>
            <a:pPr indent="0" lvl="0" marL="0" marR="0" rtl="1" algn="ctr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1987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סה”כ (יח’/מטרים)</a:t>
            </a:r>
            <a:endParaRPr/>
          </a:p>
        </p:txBody>
      </p:sp>
      <p:sp>
        <p:nvSpPr>
          <p:cNvPr id="137" name="Google Shape;137;p2"/>
          <p:cNvSpPr txBox="1"/>
          <p:nvPr/>
        </p:nvSpPr>
        <p:spPr>
          <a:xfrm>
            <a:off x="23509751" y="16925479"/>
            <a:ext cx="2073029" cy="99059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lnSpc>
                <a:spcPct val="119991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4472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{{ip}}</a:t>
            </a:r>
            <a:endParaRPr/>
          </a:p>
          <a:p>
            <a:pPr indent="0" lvl="0" marL="0" marR="0" rtl="1" algn="ctr">
              <a:lnSpc>
                <a:spcPct val="11997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1987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מוגנות מים</a:t>
            </a:r>
            <a:endParaRPr/>
          </a:p>
        </p:txBody>
      </p:sp>
      <p:sp>
        <p:nvSpPr>
          <p:cNvPr id="138" name="Google Shape;138;p2"/>
          <p:cNvSpPr txBox="1"/>
          <p:nvPr/>
        </p:nvSpPr>
        <p:spPr>
          <a:xfrm>
            <a:off x="18686846" y="5089180"/>
            <a:ext cx="9193867" cy="4593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just">
              <a:lnSpc>
                <a:spcPct val="12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3057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מק”ט: </a:t>
            </a:r>
            <a:r>
              <a:rPr b="1" i="0" lang="iw-IL" sz="3057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{{מקט}}</a:t>
            </a:r>
            <a:endParaRPr/>
          </a:p>
        </p:txBody>
      </p:sp>
      <p:sp>
        <p:nvSpPr>
          <p:cNvPr id="139" name="Google Shape;139;p2"/>
          <p:cNvSpPr txBox="1"/>
          <p:nvPr/>
        </p:nvSpPr>
        <p:spPr>
          <a:xfrm>
            <a:off x="18823742" y="6884036"/>
            <a:ext cx="9193800" cy="470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1" algn="just">
              <a:lnSpc>
                <a:spcPct val="12001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3057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מקור אור/נורה: {{מקור_אור</a:t>
            </a:r>
            <a:r>
              <a:rPr b="0" i="0" lang="iw-IL" sz="3057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}} </a:t>
            </a:r>
            <a:endParaRPr/>
          </a:p>
        </p:txBody>
      </p:sp>
      <p:sp>
        <p:nvSpPr>
          <p:cNvPr id="140" name="Google Shape;140;p2"/>
          <p:cNvSpPr txBox="1"/>
          <p:nvPr/>
        </p:nvSpPr>
        <p:spPr>
          <a:xfrm>
            <a:off x="19138343" y="18567433"/>
            <a:ext cx="10815900" cy="23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1" algn="r">
              <a:lnSpc>
                <a:spcPct val="910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הערות:</a:t>
            </a:r>
            <a:endParaRPr/>
          </a:p>
          <a:p>
            <a:pPr indent="0" lvl="0" marL="0" marR="0" rtl="1" algn="r">
              <a:lnSpc>
                <a:spcPct val="910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דרייבר יסופק ע”י ספק גופי תאורה לאחר תיאום מול יועץ בקרה חכם</a:t>
            </a:r>
            <a:endParaRPr/>
          </a:p>
          <a:p>
            <a:pPr indent="0" lvl="0" marL="0" marR="0" rtl="1" algn="r">
              <a:lnSpc>
                <a:spcPct val="910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גופי תאורה לעמעום חייבים לעבור אישור יועץ בקר חכם שהגוף תאורה ניתן לעמעום של עד 1%</a:t>
            </a:r>
            <a:endParaRPr/>
          </a:p>
          <a:p>
            <a:pPr indent="0" lvl="0" marL="0" marR="0" rtl="1" algn="r">
              <a:lnSpc>
                <a:spcPct val="910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1" algn="r">
              <a:lnSpc>
                <a:spcPct val="910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iw-IL" sz="24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{{תווית_הוראות_התקנה}}</a:t>
            </a:r>
            <a:r>
              <a:rPr b="1" lang="iw-IL" sz="2400">
                <a:latin typeface="Calibri"/>
                <a:ea typeface="Calibri"/>
                <a:cs typeface="Calibri"/>
                <a:sym typeface="Calibri"/>
              </a:rPr>
              <a:t>רה </a:t>
            </a:r>
            <a:endParaRPr b="1" sz="24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1" algn="r">
              <a:lnSpc>
                <a:spcPct val="910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iw-IL" sz="2400" u="sng">
                <a:solidFill>
                  <a:schemeClr val="dk1"/>
                </a:solidFill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{{קישור_הוראות_התקנה}} </a:t>
            </a:r>
            <a:endParaRPr b="1" sz="2400"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9108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400"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"/>
          <p:cNvSpPr txBox="1"/>
          <p:nvPr/>
        </p:nvSpPr>
        <p:spPr>
          <a:xfrm>
            <a:off x="1030929" y="1859189"/>
            <a:ext cx="13850674" cy="64594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1999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iw-IL" sz="4306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Michal Ben Loulou - Lighting design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