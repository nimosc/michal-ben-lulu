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</p:sldIdLst>
  <p:sldSz cy="21374100" cx="30276800"/>
  <p:notesSz cx="5030775" cy="32019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25">
          <p15:clr>
            <a:srgbClr val="A4A3A4"/>
          </p15:clr>
        </p15:guide>
        <p15:guide id="2" pos="4080">
          <p15:clr>
            <a:srgbClr val="A4A3A4"/>
          </p15:clr>
        </p15:guide>
      </p15:sldGuideLst>
    </p:ext>
    <p:ext uri="GoogleSlidesCustomDataVersion2">
      <go:slidesCustomData xmlns:go="http://customooxmlschemas.google.com/" r:id="rId9" roundtripDataSignature="AMtx7mgfMRZCeeV7zvXGDlB5YmD3sg+N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69B3DEE-FBC2-4DE2-8D1C-27B87A70EF6D}">
  <a:tblStyle styleId="{069B3DEE-FBC2-4DE2-8D1C-27B87A70EF6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25" orient="horz"/>
        <p:guide pos="40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06678" cy="12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799875" y="0"/>
            <a:ext cx="2906678" cy="12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717800" y="179388"/>
            <a:ext cx="1271588" cy="898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0772" y="1138484"/>
            <a:ext cx="5366174" cy="1079004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2276969"/>
            <a:ext cx="2906678" cy="119519"/>
          </a:xfrm>
          <a:prstGeom prst="rect">
            <a:avLst/>
          </a:prstGeom>
          <a:noFill/>
          <a:ln>
            <a:noFill/>
          </a:ln>
        </p:spPr>
        <p:txBody>
          <a:bodyPr anchorCtr="0" anchor="b" bIns="23500" lIns="47025" spcFirstLastPara="1" rIns="47025" wrap="square" tIns="235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799875" y="2276969"/>
            <a:ext cx="2906678" cy="119519"/>
          </a:xfrm>
          <a:prstGeom prst="rect">
            <a:avLst/>
          </a:prstGeom>
          <a:noFill/>
          <a:ln>
            <a:noFill/>
          </a:ln>
        </p:spPr>
        <p:txBody>
          <a:bodyPr anchorCtr="0" anchor="b" bIns="23500" lIns="47025" spcFirstLastPara="1" rIns="47025" wrap="square" tIns="23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iw-IL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>
            <p:ph idx="2" type="hdr"/>
          </p:nvPr>
        </p:nvSpPr>
        <p:spPr>
          <a:xfrm>
            <a:off x="0" y="0"/>
            <a:ext cx="2906678" cy="12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:notes"/>
          <p:cNvSpPr txBox="1"/>
          <p:nvPr>
            <p:ph idx="10" type="dt"/>
          </p:nvPr>
        </p:nvSpPr>
        <p:spPr>
          <a:xfrm>
            <a:off x="3799875" y="0"/>
            <a:ext cx="2906678" cy="12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iw-IL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2:notes"/>
          <p:cNvSpPr/>
          <p:nvPr>
            <p:ph idx="3" type="sldImg"/>
          </p:nvPr>
        </p:nvSpPr>
        <p:spPr>
          <a:xfrm>
            <a:off x="2717800" y="179388"/>
            <a:ext cx="1271588" cy="898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70772" y="1138484"/>
            <a:ext cx="5366174" cy="1079004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w-IL"/>
              <a:t>1</a:t>
            </a:r>
            <a:endParaRPr/>
          </a:p>
        </p:txBody>
      </p:sp>
      <p:sp>
        <p:nvSpPr>
          <p:cNvPr id="89" name="Google Shape;89;p2:notes"/>
          <p:cNvSpPr txBox="1"/>
          <p:nvPr>
            <p:ph idx="11" type="ftr"/>
          </p:nvPr>
        </p:nvSpPr>
        <p:spPr>
          <a:xfrm>
            <a:off x="0" y="2276969"/>
            <a:ext cx="2906678" cy="119519"/>
          </a:xfrm>
          <a:prstGeom prst="rect">
            <a:avLst/>
          </a:prstGeom>
          <a:noFill/>
          <a:ln>
            <a:noFill/>
          </a:ln>
        </p:spPr>
        <p:txBody>
          <a:bodyPr anchorCtr="0" anchor="b" bIns="23500" lIns="47025" spcFirstLastPara="1" rIns="47025" wrap="square" tIns="23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:notes"/>
          <p:cNvSpPr txBox="1"/>
          <p:nvPr>
            <p:ph idx="12" type="sldNum"/>
          </p:nvPr>
        </p:nvSpPr>
        <p:spPr>
          <a:xfrm>
            <a:off x="3799875" y="2276969"/>
            <a:ext cx="2906678" cy="119519"/>
          </a:xfrm>
          <a:prstGeom prst="rect">
            <a:avLst/>
          </a:prstGeom>
          <a:noFill/>
          <a:ln>
            <a:noFill/>
          </a:ln>
        </p:spPr>
        <p:txBody>
          <a:bodyPr anchorCtr="0" anchor="b" bIns="23500" lIns="47025" spcFirstLastPara="1" rIns="47025" wrap="square" tIns="23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b="0" i="0" lang="iw-IL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53930f116_0_101:notes"/>
          <p:cNvSpPr/>
          <p:nvPr>
            <p:ph idx="2" type="sldImg"/>
          </p:nvPr>
        </p:nvSpPr>
        <p:spPr>
          <a:xfrm>
            <a:off x="2717800" y="179388"/>
            <a:ext cx="1271700" cy="89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e53930f116_0_101:notes"/>
          <p:cNvSpPr txBox="1"/>
          <p:nvPr>
            <p:ph idx="1" type="body"/>
          </p:nvPr>
        </p:nvSpPr>
        <p:spPr>
          <a:xfrm>
            <a:off x="670772" y="1138484"/>
            <a:ext cx="53661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3500" lIns="47025" spcFirstLastPara="1" rIns="47025" wrap="square" tIns="23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g3e53930f116_0_101:notes"/>
          <p:cNvSpPr txBox="1"/>
          <p:nvPr>
            <p:ph idx="12" type="sldNum"/>
          </p:nvPr>
        </p:nvSpPr>
        <p:spPr>
          <a:xfrm>
            <a:off x="3799875" y="2276969"/>
            <a:ext cx="2906700" cy="119400"/>
          </a:xfrm>
          <a:prstGeom prst="rect">
            <a:avLst/>
          </a:prstGeom>
          <a:noFill/>
          <a:ln>
            <a:noFill/>
          </a:ln>
        </p:spPr>
        <p:txBody>
          <a:bodyPr anchorCtr="0" anchor="b" bIns="23500" lIns="47025" spcFirstLastPara="1" rIns="47025" wrap="square" tIns="235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ctrTitle"/>
          </p:nvPr>
        </p:nvSpPr>
        <p:spPr>
          <a:xfrm>
            <a:off x="971448" y="1503987"/>
            <a:ext cx="11009745" cy="10377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subTitle"/>
          </p:nvPr>
        </p:nvSpPr>
        <p:spPr>
          <a:xfrm>
            <a:off x="1942896" y="2743488"/>
            <a:ext cx="9066849" cy="1237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907"/>
              </a:spcBef>
              <a:spcAft>
                <a:spcPts val="0"/>
              </a:spcAft>
              <a:buClr>
                <a:srgbClr val="888888"/>
              </a:buClr>
              <a:buSzPts val="4533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793"/>
              </a:spcBef>
              <a:spcAft>
                <a:spcPts val="0"/>
              </a:spcAft>
              <a:buClr>
                <a:srgbClr val="888888"/>
              </a:buClr>
              <a:buSzPts val="3966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rgbClr val="888888"/>
              </a:buClr>
              <a:buSzPts val="3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647632" y="1129672"/>
            <a:ext cx="11657378" cy="3195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1023170" y="3111079"/>
            <a:ext cx="11009745" cy="9615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66"/>
              <a:buFont typeface="Calibri"/>
              <a:buNone/>
              <a:defRPr b="1" sz="5666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1023170" y="2052013"/>
            <a:ext cx="11009745" cy="10590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888888"/>
              </a:buClr>
              <a:buSzPts val="2833"/>
              <a:buNone/>
              <a:defRPr sz="2833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rgbClr val="888888"/>
              </a:buClr>
              <a:buSzPts val="2550"/>
              <a:buNone/>
              <a:defRPr sz="25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rgbClr val="888888"/>
              </a:buClr>
              <a:buSzPts val="2266"/>
              <a:buNone/>
              <a:defRPr sz="2266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397"/>
              </a:spcBef>
              <a:spcAft>
                <a:spcPts val="0"/>
              </a:spcAft>
              <a:buClr>
                <a:srgbClr val="888888"/>
              </a:buClr>
              <a:buSzPts val="1983"/>
              <a:buNone/>
              <a:defRPr sz="1983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7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647632" y="1129672"/>
            <a:ext cx="5720750" cy="3195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0441" lvl="0" marL="457200" algn="l">
              <a:lnSpc>
                <a:spcPct val="100000"/>
              </a:lnSpc>
              <a:spcBef>
                <a:spcPts val="793"/>
              </a:spcBef>
              <a:spcAft>
                <a:spcPts val="0"/>
              </a:spcAft>
              <a:buClr>
                <a:schemeClr val="dk1"/>
              </a:buClr>
              <a:buSzPts val="3966"/>
              <a:buChar char="•"/>
              <a:defRPr sz="3966"/>
            </a:lvl1pPr>
            <a:lvl2pPr indent="-444500" lvl="1" marL="9144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–"/>
              <a:defRPr sz="3400"/>
            </a:lvl2pPr>
            <a:lvl3pPr indent="-408496" lvl="2" marL="13716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3pPr>
            <a:lvl4pPr indent="-390525" lvl="3" marL="18288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–"/>
              <a:defRPr sz="2550"/>
            </a:lvl4pPr>
            <a:lvl5pPr indent="-390525" lvl="4" marL="22860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»"/>
              <a:defRPr sz="2550"/>
            </a:lvl5pPr>
            <a:lvl6pPr indent="-390525" lvl="5" marL="27432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6pPr>
            <a:lvl7pPr indent="-390525" lvl="6" marL="32004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7pPr>
            <a:lvl8pPr indent="-390525" lvl="7" marL="36576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8pPr>
            <a:lvl9pPr indent="-390525" lvl="8" marL="41148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6584260" y="1129672"/>
            <a:ext cx="5720750" cy="3195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80441" lvl="0" marL="457200" algn="l">
              <a:lnSpc>
                <a:spcPct val="100000"/>
              </a:lnSpc>
              <a:spcBef>
                <a:spcPts val="793"/>
              </a:spcBef>
              <a:spcAft>
                <a:spcPts val="0"/>
              </a:spcAft>
              <a:buClr>
                <a:schemeClr val="dk1"/>
              </a:buClr>
              <a:buSzPts val="3966"/>
              <a:buChar char="•"/>
              <a:defRPr sz="3966"/>
            </a:lvl1pPr>
            <a:lvl2pPr indent="-444500" lvl="1" marL="9144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–"/>
              <a:defRPr sz="3400"/>
            </a:lvl2pPr>
            <a:lvl3pPr indent="-408496" lvl="2" marL="13716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3pPr>
            <a:lvl4pPr indent="-390525" lvl="3" marL="18288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–"/>
              <a:defRPr sz="2550"/>
            </a:lvl4pPr>
            <a:lvl5pPr indent="-390525" lvl="4" marL="22860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»"/>
              <a:defRPr sz="2550"/>
            </a:lvl5pPr>
            <a:lvl6pPr indent="-390525" lvl="5" marL="27432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6pPr>
            <a:lvl7pPr indent="-390525" lvl="6" marL="32004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7pPr>
            <a:lvl8pPr indent="-390525" lvl="7" marL="36576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8pPr>
            <a:lvl9pPr indent="-390525" lvl="8" marL="41148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9pPr>
          </a:lstStyle>
          <a:p/>
        </p:txBody>
      </p:sp>
      <p:sp>
        <p:nvSpPr>
          <p:cNvPr id="41" name="Google Shape;41;p8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33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647632" y="1083723"/>
            <a:ext cx="5723000" cy="4516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b="1" sz="3400"/>
            </a:lvl1pPr>
            <a:lvl2pPr indent="-228600" lvl="1" marL="9144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None/>
              <a:defRPr b="1" sz="2833"/>
            </a:lvl2pPr>
            <a:lvl3pPr indent="-228600" lvl="2" marL="13716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None/>
              <a:defRPr b="1" sz="2550"/>
            </a:lvl3pPr>
            <a:lvl4pPr indent="-228600" lvl="3" marL="18288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4pPr>
            <a:lvl5pPr indent="-228600" lvl="4" marL="22860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5pPr>
            <a:lvl6pPr indent="-228600" lvl="5" marL="27432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6pPr>
            <a:lvl7pPr indent="-228600" lvl="6" marL="32004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7pPr>
            <a:lvl8pPr indent="-228600" lvl="7" marL="36576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8pPr>
            <a:lvl9pPr indent="-228600" lvl="8" marL="41148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647632" y="1535367"/>
            <a:ext cx="5723000" cy="27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44500" lvl="0" marL="4572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1pPr>
            <a:lvl2pPr indent="-408496" lvl="1" marL="9144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–"/>
              <a:defRPr sz="2833"/>
            </a:lvl2pPr>
            <a:lvl3pPr indent="-390525" lvl="2" marL="13716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3pPr>
            <a:lvl4pPr indent="-372491" lvl="3" marL="18288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–"/>
              <a:defRPr sz="2266"/>
            </a:lvl4pPr>
            <a:lvl5pPr indent="-372491" lvl="4" marL="22860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»"/>
              <a:defRPr sz="2266"/>
            </a:lvl5pPr>
            <a:lvl6pPr indent="-372491" lvl="5" marL="27432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6pPr>
            <a:lvl7pPr indent="-372491" lvl="6" marL="32004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7pPr>
            <a:lvl8pPr indent="-372491" lvl="7" marL="36576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8pPr>
            <a:lvl9pPr indent="-372491" lvl="8" marL="41148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6579763" y="1083723"/>
            <a:ext cx="5725248" cy="4516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b="1" sz="3400"/>
            </a:lvl1pPr>
            <a:lvl2pPr indent="-228600" lvl="1" marL="9144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None/>
              <a:defRPr b="1" sz="2833"/>
            </a:lvl2pPr>
            <a:lvl3pPr indent="-228600" lvl="2" marL="13716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None/>
              <a:defRPr b="1" sz="2550"/>
            </a:lvl3pPr>
            <a:lvl4pPr indent="-228600" lvl="3" marL="18288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4pPr>
            <a:lvl5pPr indent="-228600" lvl="4" marL="22860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5pPr>
            <a:lvl6pPr indent="-228600" lvl="5" marL="27432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6pPr>
            <a:lvl7pPr indent="-228600" lvl="6" marL="32004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7pPr>
            <a:lvl8pPr indent="-228600" lvl="7" marL="36576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8pPr>
            <a:lvl9pPr indent="-228600" lvl="8" marL="41148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None/>
              <a:defRPr b="1" sz="2266"/>
            </a:lvl9pPr>
          </a:lstStyle>
          <a:p/>
        </p:txBody>
      </p:sp>
      <p:sp>
        <p:nvSpPr>
          <p:cNvPr id="49" name="Google Shape;49;p9"/>
          <p:cNvSpPr txBox="1"/>
          <p:nvPr>
            <p:ph idx="4" type="body"/>
          </p:nvPr>
        </p:nvSpPr>
        <p:spPr>
          <a:xfrm>
            <a:off x="6579763" y="1535367"/>
            <a:ext cx="5725248" cy="27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44500" lvl="0" marL="4572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1pPr>
            <a:lvl2pPr indent="-408496" lvl="1" marL="9144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–"/>
              <a:defRPr sz="2833"/>
            </a:lvl2pPr>
            <a:lvl3pPr indent="-390525" lvl="2" marL="1371600" algn="l">
              <a:lnSpc>
                <a:spcPct val="100000"/>
              </a:lnSpc>
              <a:spcBef>
                <a:spcPts val="510"/>
              </a:spcBef>
              <a:spcAft>
                <a:spcPts val="0"/>
              </a:spcAft>
              <a:buClr>
                <a:schemeClr val="dk1"/>
              </a:buClr>
              <a:buSzPts val="2550"/>
              <a:buChar char="•"/>
              <a:defRPr sz="2550"/>
            </a:lvl3pPr>
            <a:lvl4pPr indent="-372491" lvl="3" marL="18288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–"/>
              <a:defRPr sz="2266"/>
            </a:lvl4pPr>
            <a:lvl5pPr indent="-372491" lvl="4" marL="22860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»"/>
              <a:defRPr sz="2266"/>
            </a:lvl5pPr>
            <a:lvl6pPr indent="-372491" lvl="5" marL="27432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6pPr>
            <a:lvl7pPr indent="-372491" lvl="6" marL="32004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7pPr>
            <a:lvl8pPr indent="-372491" lvl="7" marL="36576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8pPr>
            <a:lvl9pPr indent="-372491" lvl="8" marL="4114800" algn="l">
              <a:lnSpc>
                <a:spcPct val="100000"/>
              </a:lnSpc>
              <a:spcBef>
                <a:spcPts val="453"/>
              </a:spcBef>
              <a:spcAft>
                <a:spcPts val="0"/>
              </a:spcAft>
              <a:buClr>
                <a:schemeClr val="dk1"/>
              </a:buClr>
              <a:buSzPts val="2266"/>
              <a:buChar char="•"/>
              <a:defRPr sz="2266"/>
            </a:lvl9pPr>
          </a:lstStyle>
          <a:p/>
        </p:txBody>
      </p:sp>
      <p:sp>
        <p:nvSpPr>
          <p:cNvPr id="50" name="Google Shape;50;p9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647633" y="192761"/>
            <a:ext cx="4261330" cy="8203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33"/>
              <a:buFont typeface="Calibri"/>
              <a:buNone/>
              <a:defRPr b="1" sz="28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064123" y="192762"/>
            <a:ext cx="7240887" cy="41320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6446" lvl="0" marL="457200" algn="l">
              <a:lnSpc>
                <a:spcPct val="100000"/>
              </a:lnSpc>
              <a:spcBef>
                <a:spcPts val="907"/>
              </a:spcBef>
              <a:spcAft>
                <a:spcPts val="0"/>
              </a:spcAft>
              <a:buClr>
                <a:schemeClr val="dk1"/>
              </a:buClr>
              <a:buSzPts val="4533"/>
              <a:buChar char="•"/>
              <a:defRPr sz="4533"/>
            </a:lvl1pPr>
            <a:lvl2pPr indent="-480441" lvl="1" marL="914400" algn="l">
              <a:lnSpc>
                <a:spcPct val="100000"/>
              </a:lnSpc>
              <a:spcBef>
                <a:spcPts val="793"/>
              </a:spcBef>
              <a:spcAft>
                <a:spcPts val="0"/>
              </a:spcAft>
              <a:buClr>
                <a:schemeClr val="dk1"/>
              </a:buClr>
              <a:buSzPts val="3966"/>
              <a:buChar char="–"/>
              <a:defRPr sz="3966"/>
            </a:lvl2pPr>
            <a:lvl3pPr indent="-444500" lvl="2" marL="13716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3pPr>
            <a:lvl4pPr indent="-408496" lvl="3" marL="18288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–"/>
              <a:defRPr sz="2833"/>
            </a:lvl4pPr>
            <a:lvl5pPr indent="-408495" lvl="4" marL="22860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»"/>
              <a:defRPr sz="2833"/>
            </a:lvl5pPr>
            <a:lvl6pPr indent="-408495" lvl="5" marL="27432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6pPr>
            <a:lvl7pPr indent="-408495" lvl="6" marL="32004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7pPr>
            <a:lvl8pPr indent="-408495" lvl="7" marL="36576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8pPr>
            <a:lvl9pPr indent="-408496" lvl="8" marL="41148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Char char="•"/>
              <a:defRPr sz="2833"/>
            </a:lvl9pPr>
          </a:lstStyle>
          <a:p/>
        </p:txBody>
      </p:sp>
      <p:sp>
        <p:nvSpPr>
          <p:cNvPr id="61" name="Google Shape;61;p11"/>
          <p:cNvSpPr txBox="1"/>
          <p:nvPr>
            <p:ph idx="2" type="body"/>
          </p:nvPr>
        </p:nvSpPr>
        <p:spPr>
          <a:xfrm>
            <a:off x="647633" y="1013118"/>
            <a:ext cx="4261330" cy="3311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97"/>
              </a:spcBef>
              <a:spcAft>
                <a:spcPts val="0"/>
              </a:spcAft>
              <a:buClr>
                <a:schemeClr val="dk1"/>
              </a:buClr>
              <a:buSzPts val="1983"/>
              <a:buNone/>
              <a:defRPr sz="1983"/>
            </a:lvl1pPr>
            <a:lvl2pPr indent="-228600" lvl="1" marL="91440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2pPr>
            <a:lvl3pPr indent="-228600" lvl="2" marL="1371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3pPr>
            <a:lvl4pPr indent="-228600" lvl="3" marL="18288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4pPr>
            <a:lvl5pPr indent="-228600" lvl="4" marL="22860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5pPr>
            <a:lvl6pPr indent="-228600" lvl="5" marL="27432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6pPr>
            <a:lvl7pPr indent="-228600" lvl="6" marL="32004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7pPr>
            <a:lvl8pPr indent="-228600" lvl="7" marL="36576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8pPr>
            <a:lvl9pPr indent="-228600" lvl="8" marL="41148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2538808" y="3389014"/>
            <a:ext cx="7771585" cy="4000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33"/>
              <a:buFont typeface="Calibri"/>
              <a:buNone/>
              <a:defRPr b="1" sz="28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/>
          <p:nvPr>
            <p:ph idx="2" type="pic"/>
          </p:nvPr>
        </p:nvSpPr>
        <p:spPr>
          <a:xfrm>
            <a:off x="2538808" y="432593"/>
            <a:ext cx="7771585" cy="290486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2538808" y="3789107"/>
            <a:ext cx="7771585" cy="568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97"/>
              </a:spcBef>
              <a:spcAft>
                <a:spcPts val="0"/>
              </a:spcAft>
              <a:buClr>
                <a:schemeClr val="dk1"/>
              </a:buClr>
              <a:buSzPts val="1983"/>
              <a:buNone/>
              <a:defRPr sz="1983"/>
            </a:lvl1pPr>
            <a:lvl2pPr indent="-228600" lvl="1" marL="91440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2pPr>
            <a:lvl3pPr indent="-228600" lvl="2" marL="13716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chemeClr val="dk1"/>
              </a:buClr>
              <a:buSzPts val="1417"/>
              <a:buNone/>
              <a:defRPr sz="1417"/>
            </a:lvl3pPr>
            <a:lvl4pPr indent="-228600" lvl="3" marL="18288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4pPr>
            <a:lvl5pPr indent="-228600" lvl="4" marL="22860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5pPr>
            <a:lvl6pPr indent="-228600" lvl="5" marL="27432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6pPr>
            <a:lvl7pPr indent="-228600" lvl="6" marL="32004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7pPr>
            <a:lvl8pPr indent="-228600" lvl="7" marL="36576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8pPr>
            <a:lvl9pPr indent="-228600" lvl="8" marL="41148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chemeClr val="dk1"/>
              </a:buClr>
              <a:buSzPts val="1275"/>
              <a:buNone/>
              <a:defRPr sz="1275"/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 rot="5400000">
            <a:off x="4878755" y="-3101451"/>
            <a:ext cx="3195132" cy="116573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 rot="5400000">
            <a:off x="8782377" y="802171"/>
            <a:ext cx="4130921" cy="2914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 rot="5400000">
            <a:off x="2845750" y="-2004234"/>
            <a:ext cx="4130921" cy="85271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47632" y="193883"/>
            <a:ext cx="11657378" cy="806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33"/>
              <a:buFont typeface="Calibri"/>
              <a:buNone/>
              <a:defRPr b="0" i="0" sz="62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47632" y="1129672"/>
            <a:ext cx="11657378" cy="3195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6446" lvl="0" marL="457200" marR="0" rtl="0" algn="l">
              <a:lnSpc>
                <a:spcPct val="100000"/>
              </a:lnSpc>
              <a:spcBef>
                <a:spcPts val="907"/>
              </a:spcBef>
              <a:spcAft>
                <a:spcPts val="0"/>
              </a:spcAft>
              <a:buClr>
                <a:schemeClr val="dk1"/>
              </a:buClr>
              <a:buSzPts val="4533"/>
              <a:buFont typeface="Arial"/>
              <a:buChar char="•"/>
              <a:defRPr b="0" i="0" sz="45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80441" lvl="1" marL="914400" marR="0" rtl="0" algn="l">
              <a:lnSpc>
                <a:spcPct val="100000"/>
              </a:lnSpc>
              <a:spcBef>
                <a:spcPts val="793"/>
              </a:spcBef>
              <a:spcAft>
                <a:spcPts val="0"/>
              </a:spcAft>
              <a:buClr>
                <a:schemeClr val="dk1"/>
              </a:buClr>
              <a:buSzPts val="3966"/>
              <a:buFont typeface="Arial"/>
              <a:buChar char="–"/>
              <a:defRPr b="0" i="0" sz="396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44500" lvl="2" marL="1371600" marR="0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Char char="•"/>
              <a:defRPr b="0" i="0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8496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–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8495" lvl="4" marL="22860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»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8495" lvl="5" marL="27432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•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8495" lvl="6" marL="32004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•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8495" lvl="7" marL="36576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•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8496" lvl="8" marL="4114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833"/>
              <a:buFont typeface="Arial"/>
              <a:buChar char="•"/>
              <a:defRPr b="0" i="0" sz="28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47632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4425486" y="4487306"/>
            <a:ext cx="4101670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9282727" y="4487306"/>
            <a:ext cx="3022283" cy="257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hyperlink" Target="https://www.davidegroppi.com/en/products/magia-p11708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2"/>
          <p:cNvGrpSpPr/>
          <p:nvPr/>
        </p:nvGrpSpPr>
        <p:grpSpPr>
          <a:xfrm>
            <a:off x="551218" y="3955942"/>
            <a:ext cx="10901842" cy="12116380"/>
            <a:chOff x="0" y="0"/>
            <a:chExt cx="23205235" cy="24059389"/>
          </a:xfrm>
        </p:grpSpPr>
        <p:sp>
          <p:nvSpPr>
            <p:cNvPr id="93" name="Google Shape;93;p2"/>
            <p:cNvSpPr/>
            <p:nvPr/>
          </p:nvSpPr>
          <p:spPr>
            <a:xfrm>
              <a:off x="23018" y="61678"/>
              <a:ext cx="23159193" cy="23936091"/>
            </a:xfrm>
            <a:custGeom>
              <a:rect b="b" l="l" r="r" t="t"/>
              <a:pathLst>
                <a:path extrusionOk="0" h="23936091" w="23159193">
                  <a:moveTo>
                    <a:pt x="0" y="0"/>
                  </a:moveTo>
                  <a:lnTo>
                    <a:pt x="23159193" y="0"/>
                  </a:lnTo>
                  <a:lnTo>
                    <a:pt x="23159193" y="23936091"/>
                  </a:lnTo>
                  <a:lnTo>
                    <a:pt x="0" y="23936091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60" l="-1948" r="-1941" t="-257"/>
              </a:stretch>
            </a:blipFill>
            <a:ln>
              <a:noFill/>
            </a:ln>
          </p:spPr>
        </p:sp>
        <p:sp>
          <p:nvSpPr>
            <p:cNvPr id="94" name="Google Shape;94;p2"/>
            <p:cNvSpPr/>
            <p:nvPr/>
          </p:nvSpPr>
          <p:spPr>
            <a:xfrm>
              <a:off x="0" y="0"/>
              <a:ext cx="23205235" cy="24059389"/>
            </a:xfrm>
            <a:custGeom>
              <a:rect b="b" l="l" r="r" t="t"/>
              <a:pathLst>
                <a:path extrusionOk="0" h="24059389" w="23205235">
                  <a:moveTo>
                    <a:pt x="23018" y="0"/>
                  </a:moveTo>
                  <a:lnTo>
                    <a:pt x="23182211" y="0"/>
                  </a:lnTo>
                  <a:cubicBezTo>
                    <a:pt x="23194879" y="0"/>
                    <a:pt x="23205235" y="27413"/>
                    <a:pt x="23205235" y="61678"/>
                  </a:cubicBezTo>
                  <a:lnTo>
                    <a:pt x="23205235" y="23997769"/>
                  </a:lnTo>
                  <a:cubicBezTo>
                    <a:pt x="23205235" y="24031708"/>
                    <a:pt x="23195000" y="24059389"/>
                    <a:pt x="23182211" y="24059389"/>
                  </a:cubicBezTo>
                  <a:lnTo>
                    <a:pt x="23018" y="24059389"/>
                  </a:lnTo>
                  <a:cubicBezTo>
                    <a:pt x="10352" y="24059389"/>
                    <a:pt x="0" y="24032035"/>
                    <a:pt x="0" y="23997769"/>
                  </a:cubicBezTo>
                  <a:lnTo>
                    <a:pt x="0" y="61678"/>
                  </a:lnTo>
                  <a:cubicBezTo>
                    <a:pt x="0" y="27413"/>
                    <a:pt x="10230" y="0"/>
                    <a:pt x="23018" y="0"/>
                  </a:cubicBezTo>
                  <a:moveTo>
                    <a:pt x="23018" y="123030"/>
                  </a:moveTo>
                  <a:lnTo>
                    <a:pt x="23018" y="61678"/>
                  </a:lnTo>
                  <a:lnTo>
                    <a:pt x="45914" y="61678"/>
                  </a:lnTo>
                  <a:lnTo>
                    <a:pt x="45914" y="23997769"/>
                  </a:lnTo>
                  <a:lnTo>
                    <a:pt x="23018" y="23997769"/>
                  </a:lnTo>
                  <a:lnTo>
                    <a:pt x="23018" y="23936091"/>
                  </a:lnTo>
                  <a:lnTo>
                    <a:pt x="23182211" y="23936091"/>
                  </a:lnTo>
                  <a:lnTo>
                    <a:pt x="23182211" y="23997769"/>
                  </a:lnTo>
                  <a:lnTo>
                    <a:pt x="23159194" y="23997769"/>
                  </a:lnTo>
                  <a:lnTo>
                    <a:pt x="23159194" y="61678"/>
                  </a:lnTo>
                  <a:lnTo>
                    <a:pt x="23182211" y="61678"/>
                  </a:lnTo>
                  <a:lnTo>
                    <a:pt x="23182211" y="123030"/>
                  </a:lnTo>
                  <a:lnTo>
                    <a:pt x="23018" y="123030"/>
                  </a:lnTo>
                  <a:close/>
                </a:path>
              </a:pathLst>
            </a:custGeom>
            <a:solidFill>
              <a:srgbClr val="D9D5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5" name="Google Shape;95;p2"/>
          <p:cNvCxnSpPr/>
          <p:nvPr/>
        </p:nvCxnSpPr>
        <p:spPr>
          <a:xfrm>
            <a:off x="551217" y="18233580"/>
            <a:ext cx="2941278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p2"/>
          <p:cNvCxnSpPr/>
          <p:nvPr/>
        </p:nvCxnSpPr>
        <p:spPr>
          <a:xfrm rot="10800000">
            <a:off x="3819363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" name="Google Shape;97;p2"/>
          <p:cNvCxnSpPr/>
          <p:nvPr/>
        </p:nvCxnSpPr>
        <p:spPr>
          <a:xfrm rot="10800000">
            <a:off x="8414194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2"/>
          <p:cNvCxnSpPr/>
          <p:nvPr/>
        </p:nvCxnSpPr>
        <p:spPr>
          <a:xfrm rot="10800000">
            <a:off x="13731555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2"/>
          <p:cNvCxnSpPr/>
          <p:nvPr/>
        </p:nvCxnSpPr>
        <p:spPr>
          <a:xfrm rot="10800000">
            <a:off x="18262450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"/>
          <p:cNvCxnSpPr/>
          <p:nvPr/>
        </p:nvCxnSpPr>
        <p:spPr>
          <a:xfrm rot="10800000">
            <a:off x="22394375" y="16745840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1" name="Google Shape;101;p2"/>
          <p:cNvGrpSpPr/>
          <p:nvPr/>
        </p:nvGrpSpPr>
        <p:grpSpPr>
          <a:xfrm>
            <a:off x="551217" y="19826928"/>
            <a:ext cx="14774975" cy="923471"/>
            <a:chOff x="-112565" y="-75255"/>
            <a:chExt cx="10587810" cy="661762"/>
          </a:xfrm>
        </p:grpSpPr>
        <p:sp>
          <p:nvSpPr>
            <p:cNvPr id="102" name="Google Shape;102;p2"/>
            <p:cNvSpPr/>
            <p:nvPr/>
          </p:nvSpPr>
          <p:spPr>
            <a:xfrm>
              <a:off x="0" y="0"/>
              <a:ext cx="10475245" cy="586507"/>
            </a:xfrm>
            <a:custGeom>
              <a:rect b="b" l="l" r="r" t="t"/>
              <a:pathLst>
                <a:path extrusionOk="0" h="586507" w="10475245">
                  <a:moveTo>
                    <a:pt x="0" y="0"/>
                  </a:moveTo>
                  <a:lnTo>
                    <a:pt x="10475245" y="0"/>
                  </a:lnTo>
                  <a:lnTo>
                    <a:pt x="10475245" y="586507"/>
                  </a:lnTo>
                  <a:lnTo>
                    <a:pt x="0" y="58650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79148" l="0" r="34155" t="-179148"/>
              </a:stretch>
            </a:blipFill>
            <a:ln>
              <a:noFill/>
            </a:ln>
          </p:spPr>
        </p:sp>
        <p:sp>
          <p:nvSpPr>
            <p:cNvPr id="103" name="Google Shape;103;p2"/>
            <p:cNvSpPr txBox="1"/>
            <p:nvPr/>
          </p:nvSpPr>
          <p:spPr>
            <a:xfrm>
              <a:off x="-112565" y="-75255"/>
              <a:ext cx="10475254" cy="605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1" algn="l">
                <a:lnSpc>
                  <a:spcPct val="9920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iw-IL" sz="24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{{קישור_מוצר}}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104" name="Google Shape;104;p2"/>
          <p:cNvGraphicFramePr/>
          <p:nvPr/>
        </p:nvGraphicFramePr>
        <p:xfrm>
          <a:off x="24041111" y="89776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{069B3DEE-FBC2-4DE2-8D1C-27B87A70EF6D}</a:tableStyleId>
              </a:tblPr>
              <a:tblGrid>
                <a:gridCol w="3834975"/>
                <a:gridCol w="2087925"/>
              </a:tblGrid>
              <a:tr h="1065400">
                <a:tc gridSpan="2"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8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iw-IL" sz="3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אופטיקה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AE3"/>
                    </a:solidFill>
                  </a:tcPr>
                </a:tc>
                <a:tc hMerge="1"/>
              </a:tr>
              <a:tr h="1200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90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{{רפלקטור}}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רפלקטור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31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{{עדשה_כיסוי}}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עדשה/כיסוי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81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671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{{זווית_הארה}}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just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זווית הארה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31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{{כיוונון}}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כיוונון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64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{{פיזור_אור}}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פיזור אור</a:t>
                      </a:r>
                      <a:endParaRPr sz="1600" u="none" cap="none" strike="noStrike"/>
                    </a:p>
                  </a:txBody>
                  <a:tcPr marT="182150" marB="182150" marR="182150" marL="1821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5" name="Google Shape;105;p2"/>
          <p:cNvCxnSpPr/>
          <p:nvPr/>
        </p:nvCxnSpPr>
        <p:spPr>
          <a:xfrm rot="10800000">
            <a:off x="28238429" y="3955892"/>
            <a:ext cx="7800" cy="982200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2"/>
          <p:cNvSpPr txBox="1"/>
          <p:nvPr/>
        </p:nvSpPr>
        <p:spPr>
          <a:xfrm>
            <a:off x="20097513" y="7557208"/>
            <a:ext cx="7783200" cy="482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2235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107;p2"/>
          <p:cNvCxnSpPr/>
          <p:nvPr/>
        </p:nvCxnSpPr>
        <p:spPr>
          <a:xfrm>
            <a:off x="12911325" y="4721392"/>
            <a:ext cx="150588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2"/>
          <p:cNvCxnSpPr/>
          <p:nvPr/>
        </p:nvCxnSpPr>
        <p:spPr>
          <a:xfrm rot="10800000">
            <a:off x="26550376" y="16717491"/>
            <a:ext cx="0" cy="1311483"/>
          </a:xfrm>
          <a:prstGeom prst="straightConnector1">
            <a:avLst/>
          </a:prstGeom>
          <a:noFill/>
          <a:ln cap="flat" cmpd="sng" w="9525">
            <a:solidFill>
              <a:srgbClr val="6E6E6E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09" name="Google Shape;109;p2"/>
          <p:cNvGraphicFramePr/>
          <p:nvPr/>
        </p:nvGraphicFramePr>
        <p:xfrm>
          <a:off x="17254238" y="89776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{069B3DEE-FBC2-4DE2-8D1C-27B87A70EF6D}</a:tableStyleId>
              </a:tblPr>
              <a:tblGrid>
                <a:gridCol w="3758350"/>
                <a:gridCol w="2882150"/>
              </a:tblGrid>
              <a:tr h="1058700">
                <a:tc gridSpan="2"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8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iw-IL" sz="3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נתוני חשמל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AE3"/>
                    </a:solidFill>
                  </a:tcPr>
                </a:tc>
                <a:tc hMerge="1"/>
              </a:tr>
              <a:tr h="13615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{{אורך_חיים}}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אורך חיים של מקור האור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80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671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{{יעילות}}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just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יעילות גוף תאורה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589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{{סינוור}}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רמת סינוור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62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{{מיקום_ציוד_עזר}}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מיקום ציוד עזר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36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{{שיטת_שליטה}}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שיטת שליטה</a:t>
                      </a:r>
                      <a:endParaRPr sz="1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0" name="Google Shape;110;p2"/>
          <p:cNvGraphicFramePr/>
          <p:nvPr/>
        </p:nvGraphicFramePr>
        <p:xfrm>
          <a:off x="11660249" y="89900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{069B3DEE-FBC2-4DE2-8D1C-27B87A70EF6D}</a:tableStyleId>
              </a:tblPr>
              <a:tblGrid>
                <a:gridCol w="2751450"/>
                <a:gridCol w="2653225"/>
              </a:tblGrid>
              <a:tr h="948400">
                <a:tc gridSpan="2"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8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iw-IL" sz="3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נתונים פיזיים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AE3"/>
                    </a:solidFill>
                  </a:tcPr>
                </a:tc>
                <a:tc hMerge="1"/>
              </a:tr>
              <a:tr h="10587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290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{{צבע_גמר}}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צבע גמר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0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{{קוטר_גוף}}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מידת גוף קוטר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70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671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{{רוחב_גוף}}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just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מידת גוף רוחב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09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515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{{גובה_גוף}}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מידת גוף גובה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06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{{סוג_רוזטה}}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סוג רוזטה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815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{{יבואן}}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841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iw-IL" sz="25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יבואן</a:t>
                      </a:r>
                      <a:endParaRPr sz="1600" u="none" cap="none" strike="noStrike"/>
                    </a:p>
                  </a:txBody>
                  <a:tcPr marT="121425" marB="121425" marR="121425" marL="12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11" name="Google Shape;111;p2"/>
          <p:cNvCxnSpPr/>
          <p:nvPr/>
        </p:nvCxnSpPr>
        <p:spPr>
          <a:xfrm>
            <a:off x="551217" y="16607970"/>
            <a:ext cx="2941278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" name="Google Shape;112;p2"/>
          <p:cNvGrpSpPr/>
          <p:nvPr/>
        </p:nvGrpSpPr>
        <p:grpSpPr>
          <a:xfrm>
            <a:off x="673920" y="623695"/>
            <a:ext cx="1123323" cy="1821270"/>
            <a:chOff x="63500" y="63461"/>
            <a:chExt cx="829950" cy="1345607"/>
          </a:xfrm>
        </p:grpSpPr>
        <p:sp>
          <p:nvSpPr>
            <p:cNvPr id="113" name="Google Shape;113;p2"/>
            <p:cNvSpPr/>
            <p:nvPr/>
          </p:nvSpPr>
          <p:spPr>
            <a:xfrm>
              <a:off x="170515" y="63461"/>
              <a:ext cx="722935" cy="723052"/>
            </a:xfrm>
            <a:custGeom>
              <a:rect b="b" l="l" r="r" t="t"/>
              <a:pathLst>
                <a:path extrusionOk="0" h="723052" w="722935">
                  <a:moveTo>
                    <a:pt x="722935" y="175173"/>
                  </a:moveTo>
                  <a:lnTo>
                    <a:pt x="83867" y="3849"/>
                  </a:lnTo>
                  <a:cubicBezTo>
                    <a:pt x="23669" y="-12280"/>
                    <a:pt x="-12272" y="23788"/>
                    <a:pt x="3857" y="83859"/>
                  </a:cubicBezTo>
                  <a:lnTo>
                    <a:pt x="175054" y="723052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63500" y="504191"/>
              <a:ext cx="25400" cy="904877"/>
            </a:xfrm>
            <a:custGeom>
              <a:rect b="b" l="l" r="r" t="t"/>
              <a:pathLst>
                <a:path extrusionOk="0" h="904877" w="25400">
                  <a:moveTo>
                    <a:pt x="25400" y="0"/>
                  </a:moveTo>
                  <a:lnTo>
                    <a:pt x="25400" y="904877"/>
                  </a:lnTo>
                  <a:lnTo>
                    <a:pt x="0" y="9048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</p:sp>
      </p:grpSp>
      <p:cxnSp>
        <p:nvCxnSpPr>
          <p:cNvPr id="115" name="Google Shape;115;p2"/>
          <p:cNvCxnSpPr/>
          <p:nvPr/>
        </p:nvCxnSpPr>
        <p:spPr>
          <a:xfrm>
            <a:off x="587974" y="2759792"/>
            <a:ext cx="2941278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2"/>
          <p:cNvSpPr txBox="1"/>
          <p:nvPr/>
        </p:nvSpPr>
        <p:spPr>
          <a:xfrm>
            <a:off x="11453059" y="1938925"/>
            <a:ext cx="1851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2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91"/>
              <a:buFont typeface="Arial"/>
              <a:buNone/>
            </a:pPr>
            <a:r>
              <a:rPr b="0" i="0" lang="iw-IL" sz="3891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כתב כמויות תאורה:  </a:t>
            </a:r>
            <a:r>
              <a:rPr b="0" i="0" lang="iw-IL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{{שם_קומה}} </a:t>
            </a:r>
            <a:r>
              <a:rPr b="0" i="0" lang="iw-IL" sz="3891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| {{שם_פרויקט}}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28468325" y="3739091"/>
            <a:ext cx="1532400" cy="3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37"/>
              <a:buFont typeface="Arial"/>
              <a:buNone/>
            </a:pPr>
            <a:r>
              <a:rPr b="0" i="0" lang="iw-IL" sz="7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{{סימון}}</a:t>
            </a:r>
            <a:endParaRPr b="0" i="0" sz="7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37"/>
              <a:buFont typeface="Arial"/>
              <a:buNone/>
            </a:pPr>
            <a:r>
              <a:t/>
            </a:r>
            <a:endParaRPr b="0" i="0" sz="7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25937025" y="4002650"/>
            <a:ext cx="20331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83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iw-I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דגם ויצרן:</a:t>
            </a:r>
            <a:r>
              <a:rPr b="0" i="0" lang="iw-I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11745525" y="6419026"/>
            <a:ext cx="162246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just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7"/>
              <a:buFont typeface="Arial"/>
              <a:buNone/>
            </a:pPr>
            <a:r>
              <a:rPr b="0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{{תיאור}}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551217" y="16831298"/>
            <a:ext cx="2978389" cy="1375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68"/>
              <a:buFont typeface="Arial"/>
              <a:buNone/>
            </a:pPr>
            <a:r>
              <a:rPr b="0" i="0" lang="iw-IL" sz="496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</a:t>
            </a:r>
            <a:r>
              <a:rPr b="0" i="0" lang="iw-IL" sz="447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cri</a:t>
            </a:r>
            <a:r>
              <a:rPr b="0" i="0" lang="iw-IL" sz="496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3"/>
              <a:buFont typeface="Arial"/>
              <a:buNone/>
            </a:pPr>
            <a:r>
              <a:rPr b="0" i="0" lang="iw-IL" sz="248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4814166" y="16801277"/>
            <a:ext cx="3161197" cy="1192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72"/>
              <a:buFont typeface="Arial"/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{{לומן}}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7"/>
              <a:buFont typeface="Arial"/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לומן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9136723" y="16965015"/>
            <a:ext cx="4354925" cy="15597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72"/>
              <a:buFont typeface="Arial"/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{{טמפרטורת_צבע}}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7"/>
              <a:buFont typeface="Arial"/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גוון אור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7"/>
              <a:buFont typeface="Arial"/>
              <a:buNone/>
            </a:pPr>
            <a:r>
              <a:t/>
            </a:r>
            <a:endParaRPr b="0" i="0" sz="19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14840535" y="16965015"/>
            <a:ext cx="2272222" cy="1192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72"/>
              <a:buFont typeface="Arial"/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{{וואט}}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7"/>
              <a:buFont typeface="Arial"/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הספק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18198124" y="16922862"/>
            <a:ext cx="4196246" cy="1192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72"/>
              <a:buFont typeface="Arial"/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{{מתח_זרם}}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7"/>
              <a:buFont typeface="Arial"/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מתח/ זרם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26550375" y="16957675"/>
            <a:ext cx="3726300" cy="11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72"/>
              <a:buFont typeface="Arial"/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{{כמות_כוללת}}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7"/>
              <a:buFont typeface="Arial"/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סה”כ (יח’/מטרים)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22793344" y="16893285"/>
            <a:ext cx="3517123" cy="1192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72"/>
              <a:buFont typeface="Arial"/>
              <a:buNone/>
            </a:pPr>
            <a:r>
              <a:rPr b="0" i="0" lang="iw-IL" sz="447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{{ip}}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7"/>
              <a:buFont typeface="Arial"/>
              <a:buNone/>
            </a:pPr>
            <a:r>
              <a:rPr b="0" i="0" lang="iw-IL" sz="198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מוגנות מים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26846800" y="5301005"/>
            <a:ext cx="11232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7"/>
              <a:buFont typeface="Arial"/>
              <a:buNone/>
            </a:pPr>
            <a:r>
              <a:rPr b="0" i="0" lang="iw-IL" sz="3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מק”ט: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19130453" y="18569563"/>
            <a:ext cx="10815900" cy="13444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הערות: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דרייבר יסופק ע”י ספק גופי תאורה לאחר תיאום מול יועץ בקרה חכם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iw-IL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גופי תאורה לעמעום חייבים לעבור אישור יועץ בקר חכם שהגוף תאורה ניתן לעמעום של עד 1%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1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1030929" y="1859189"/>
            <a:ext cx="13850674" cy="645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6"/>
              <a:buFont typeface="Arial"/>
              <a:buNone/>
            </a:pPr>
            <a:r>
              <a:rPr b="0" i="0" lang="iw-IL" sz="430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Michal Ben Loulou - Lighting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0" name="Google Shape;130;p2"/>
          <p:cNvGraphicFramePr/>
          <p:nvPr/>
        </p:nvGraphicFramePr>
        <p:xfrm>
          <a:off x="11660248" y="75719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{069B3DEE-FBC2-4DE2-8D1C-27B87A70EF6D}</a:tableStyleId>
              </a:tblPr>
              <a:tblGrid>
                <a:gridCol w="18286100"/>
              </a:tblGrid>
              <a:tr h="865700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2235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lang="iw-IL" sz="3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מיקום: {{חדרים}}</a:t>
                      </a:r>
                      <a:r>
                        <a:rPr lang="iw-IL" sz="1100" u="none" cap="none" strike="noStrike">
                          <a:solidFill>
                            <a:schemeClr val="dk1"/>
                          </a:solidFill>
                        </a:rPr>
                        <a:t> </a:t>
                      </a:r>
                      <a:endParaRPr sz="3600" u="none" cap="none" strike="noStrike"/>
                    </a:p>
                  </a:txBody>
                  <a:tcPr marT="188900" marB="188900" marR="188900" marL="1889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33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AE3"/>
                    </a:solidFill>
                  </a:tcPr>
                </a:tc>
              </a:tr>
            </a:tbl>
          </a:graphicData>
        </a:graphic>
      </p:graphicFrame>
      <p:sp>
        <p:nvSpPr>
          <p:cNvPr id="131" name="Google Shape;131;p2"/>
          <p:cNvSpPr txBox="1"/>
          <p:nvPr/>
        </p:nvSpPr>
        <p:spPr>
          <a:xfrm>
            <a:off x="11660250" y="4002641"/>
            <a:ext cx="142242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83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iw-IL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{{שם_מוצר}}</a:t>
            </a:r>
            <a:r>
              <a:rPr b="0" i="0" lang="iw-IL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iw-I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="1" i="0" lang="iw-IL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iw-IL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{{יצרן}}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{{קישור_הוראות_התקנה}} " id="132" name="Google Shape;132;p2"/>
          <p:cNvSpPr/>
          <p:nvPr/>
        </p:nvSpPr>
        <p:spPr>
          <a:xfrm>
            <a:off x="27136624" y="20036192"/>
            <a:ext cx="2629200" cy="837300"/>
          </a:xfrm>
          <a:prstGeom prst="flowChartAlternateProcess">
            <a:avLst/>
          </a:prstGeom>
          <a:solidFill>
            <a:srgbClr val="D9D9D9"/>
          </a:solidFill>
          <a:ln cap="flat" cmpd="sng" w="254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iw-IL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הוראות התקנה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17740166" y="5300555"/>
            <a:ext cx="91143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2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7"/>
              <a:buFont typeface="Arial"/>
              <a:buNone/>
            </a:pPr>
            <a:r>
              <a:rPr b="0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iw-IL" sz="305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{{מקט}}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g3e53930f116_0_101"/>
          <p:cNvGrpSpPr/>
          <p:nvPr/>
        </p:nvGrpSpPr>
        <p:grpSpPr>
          <a:xfrm>
            <a:off x="551227" y="3955952"/>
            <a:ext cx="13544896" cy="15053960"/>
            <a:chOff x="0" y="0"/>
            <a:chExt cx="23205235" cy="24059389"/>
          </a:xfrm>
        </p:grpSpPr>
        <p:sp>
          <p:nvSpPr>
            <p:cNvPr id="140" name="Google Shape;140;g3e53930f116_0_101"/>
            <p:cNvSpPr/>
            <p:nvPr/>
          </p:nvSpPr>
          <p:spPr>
            <a:xfrm>
              <a:off x="23018" y="61678"/>
              <a:ext cx="23159193" cy="23936091"/>
            </a:xfrm>
            <a:custGeom>
              <a:rect b="b" l="l" r="r" t="t"/>
              <a:pathLst>
                <a:path extrusionOk="0" h="23936091" w="23159193">
                  <a:moveTo>
                    <a:pt x="0" y="0"/>
                  </a:moveTo>
                  <a:lnTo>
                    <a:pt x="23159193" y="0"/>
                  </a:lnTo>
                  <a:lnTo>
                    <a:pt x="23159193" y="23936091"/>
                  </a:lnTo>
                  <a:lnTo>
                    <a:pt x="0" y="23936091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60" l="-1950" r="-1940" t="-260"/>
              </a:stretch>
            </a:blipFill>
            <a:ln>
              <a:noFill/>
            </a:ln>
          </p:spPr>
        </p:sp>
        <p:sp>
          <p:nvSpPr>
            <p:cNvPr id="141" name="Google Shape;141;g3e53930f116_0_101"/>
            <p:cNvSpPr/>
            <p:nvPr/>
          </p:nvSpPr>
          <p:spPr>
            <a:xfrm>
              <a:off x="0" y="0"/>
              <a:ext cx="23205235" cy="24059389"/>
            </a:xfrm>
            <a:custGeom>
              <a:rect b="b" l="l" r="r" t="t"/>
              <a:pathLst>
                <a:path extrusionOk="0" h="24059389" w="23205235">
                  <a:moveTo>
                    <a:pt x="23018" y="0"/>
                  </a:moveTo>
                  <a:lnTo>
                    <a:pt x="23182211" y="0"/>
                  </a:lnTo>
                  <a:cubicBezTo>
                    <a:pt x="23194879" y="0"/>
                    <a:pt x="23205235" y="27413"/>
                    <a:pt x="23205235" y="61678"/>
                  </a:cubicBezTo>
                  <a:lnTo>
                    <a:pt x="23205235" y="23997769"/>
                  </a:lnTo>
                  <a:cubicBezTo>
                    <a:pt x="23205235" y="24031708"/>
                    <a:pt x="23195000" y="24059389"/>
                    <a:pt x="23182211" y="24059389"/>
                  </a:cubicBezTo>
                  <a:lnTo>
                    <a:pt x="23018" y="24059389"/>
                  </a:lnTo>
                  <a:cubicBezTo>
                    <a:pt x="10352" y="24059389"/>
                    <a:pt x="0" y="24032035"/>
                    <a:pt x="0" y="23997769"/>
                  </a:cubicBezTo>
                  <a:lnTo>
                    <a:pt x="0" y="61678"/>
                  </a:lnTo>
                  <a:cubicBezTo>
                    <a:pt x="0" y="27413"/>
                    <a:pt x="10230" y="0"/>
                    <a:pt x="23018" y="0"/>
                  </a:cubicBezTo>
                  <a:moveTo>
                    <a:pt x="23018" y="123030"/>
                  </a:moveTo>
                  <a:lnTo>
                    <a:pt x="23018" y="61678"/>
                  </a:lnTo>
                  <a:lnTo>
                    <a:pt x="45914" y="61678"/>
                  </a:lnTo>
                  <a:lnTo>
                    <a:pt x="45914" y="23997769"/>
                  </a:lnTo>
                  <a:lnTo>
                    <a:pt x="23018" y="23997769"/>
                  </a:lnTo>
                  <a:lnTo>
                    <a:pt x="23018" y="23936091"/>
                  </a:lnTo>
                  <a:lnTo>
                    <a:pt x="23182211" y="23936091"/>
                  </a:lnTo>
                  <a:lnTo>
                    <a:pt x="23182211" y="23997769"/>
                  </a:lnTo>
                  <a:lnTo>
                    <a:pt x="23159194" y="23997769"/>
                  </a:lnTo>
                  <a:lnTo>
                    <a:pt x="23159194" y="61678"/>
                  </a:lnTo>
                  <a:lnTo>
                    <a:pt x="23182211" y="61678"/>
                  </a:lnTo>
                  <a:lnTo>
                    <a:pt x="23182211" y="123030"/>
                  </a:lnTo>
                  <a:lnTo>
                    <a:pt x="23018" y="123030"/>
                  </a:lnTo>
                  <a:close/>
                </a:path>
              </a:pathLst>
            </a:custGeom>
            <a:solidFill>
              <a:srgbClr val="D9D5CF"/>
            </a:solidFill>
            <a:ln>
              <a:noFill/>
            </a:ln>
          </p:spPr>
          <p:txBody>
            <a:bodyPr anchorCtr="0" anchor="ctr" bIns="113600" lIns="113600" spcFirstLastPara="1" rIns="113600" wrap="square" tIns="113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39"/>
                <a:buFont typeface="Arial"/>
                <a:buNone/>
              </a:pPr>
              <a:r>
                <a:t/>
              </a:r>
              <a:endParaRPr b="0" i="0" sz="173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" name="Google Shape;142;g3e53930f116_0_101"/>
          <p:cNvGrpSpPr/>
          <p:nvPr/>
        </p:nvGrpSpPr>
        <p:grpSpPr>
          <a:xfrm>
            <a:off x="15584947" y="3955952"/>
            <a:ext cx="13679486" cy="15203128"/>
            <a:chOff x="0" y="0"/>
            <a:chExt cx="23205235" cy="24059389"/>
          </a:xfrm>
        </p:grpSpPr>
        <p:sp>
          <p:nvSpPr>
            <p:cNvPr id="143" name="Google Shape;143;g3e53930f116_0_101"/>
            <p:cNvSpPr/>
            <p:nvPr/>
          </p:nvSpPr>
          <p:spPr>
            <a:xfrm>
              <a:off x="23018" y="61678"/>
              <a:ext cx="23159193" cy="23936091"/>
            </a:xfrm>
            <a:custGeom>
              <a:rect b="b" l="l" r="r" t="t"/>
              <a:pathLst>
                <a:path extrusionOk="0" h="23936091" w="23159193">
                  <a:moveTo>
                    <a:pt x="0" y="0"/>
                  </a:moveTo>
                  <a:lnTo>
                    <a:pt x="23159193" y="0"/>
                  </a:lnTo>
                  <a:lnTo>
                    <a:pt x="23159193" y="23936091"/>
                  </a:lnTo>
                  <a:lnTo>
                    <a:pt x="0" y="23936091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60" l="-1950" r="-1940" t="-260"/>
              </a:stretch>
            </a:blipFill>
            <a:ln>
              <a:noFill/>
            </a:ln>
          </p:spPr>
        </p:sp>
        <p:sp>
          <p:nvSpPr>
            <p:cNvPr id="144" name="Google Shape;144;g3e53930f116_0_101"/>
            <p:cNvSpPr/>
            <p:nvPr/>
          </p:nvSpPr>
          <p:spPr>
            <a:xfrm>
              <a:off x="0" y="0"/>
              <a:ext cx="23205235" cy="24059389"/>
            </a:xfrm>
            <a:custGeom>
              <a:rect b="b" l="l" r="r" t="t"/>
              <a:pathLst>
                <a:path extrusionOk="0" h="24059389" w="23205235">
                  <a:moveTo>
                    <a:pt x="23018" y="0"/>
                  </a:moveTo>
                  <a:lnTo>
                    <a:pt x="23182211" y="0"/>
                  </a:lnTo>
                  <a:cubicBezTo>
                    <a:pt x="23194879" y="0"/>
                    <a:pt x="23205235" y="27413"/>
                    <a:pt x="23205235" y="61678"/>
                  </a:cubicBezTo>
                  <a:lnTo>
                    <a:pt x="23205235" y="23997769"/>
                  </a:lnTo>
                  <a:cubicBezTo>
                    <a:pt x="23205235" y="24031708"/>
                    <a:pt x="23195000" y="24059389"/>
                    <a:pt x="23182211" y="24059389"/>
                  </a:cubicBezTo>
                  <a:lnTo>
                    <a:pt x="23018" y="24059389"/>
                  </a:lnTo>
                  <a:cubicBezTo>
                    <a:pt x="10352" y="24059389"/>
                    <a:pt x="0" y="24032035"/>
                    <a:pt x="0" y="23997769"/>
                  </a:cubicBezTo>
                  <a:lnTo>
                    <a:pt x="0" y="61678"/>
                  </a:lnTo>
                  <a:cubicBezTo>
                    <a:pt x="0" y="27413"/>
                    <a:pt x="10230" y="0"/>
                    <a:pt x="23018" y="0"/>
                  </a:cubicBezTo>
                  <a:moveTo>
                    <a:pt x="23018" y="123030"/>
                  </a:moveTo>
                  <a:lnTo>
                    <a:pt x="23018" y="61678"/>
                  </a:lnTo>
                  <a:lnTo>
                    <a:pt x="45914" y="61678"/>
                  </a:lnTo>
                  <a:lnTo>
                    <a:pt x="45914" y="23997769"/>
                  </a:lnTo>
                  <a:lnTo>
                    <a:pt x="23018" y="23997769"/>
                  </a:lnTo>
                  <a:lnTo>
                    <a:pt x="23018" y="23936091"/>
                  </a:lnTo>
                  <a:lnTo>
                    <a:pt x="23182211" y="23936091"/>
                  </a:lnTo>
                  <a:lnTo>
                    <a:pt x="23182211" y="23997769"/>
                  </a:lnTo>
                  <a:lnTo>
                    <a:pt x="23159194" y="23997769"/>
                  </a:lnTo>
                  <a:lnTo>
                    <a:pt x="23159194" y="61678"/>
                  </a:lnTo>
                  <a:lnTo>
                    <a:pt x="23182211" y="61678"/>
                  </a:lnTo>
                  <a:lnTo>
                    <a:pt x="23182211" y="123030"/>
                  </a:lnTo>
                  <a:lnTo>
                    <a:pt x="23018" y="123030"/>
                  </a:lnTo>
                  <a:close/>
                </a:path>
              </a:pathLst>
            </a:custGeom>
            <a:solidFill>
              <a:srgbClr val="D9D5CF"/>
            </a:solidFill>
            <a:ln>
              <a:noFill/>
            </a:ln>
          </p:spPr>
          <p:txBody>
            <a:bodyPr anchorCtr="0" anchor="ctr" bIns="114725" lIns="114725" spcFirstLastPara="1" rIns="114725" wrap="square" tIns="114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57"/>
                <a:buFont typeface="Arial"/>
                <a:buNone/>
              </a:pPr>
              <a:r>
                <a:t/>
              </a:r>
              <a:endParaRPr b="0" i="0" sz="175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Michal</dc:creator>
</cp:coreProperties>
</file>