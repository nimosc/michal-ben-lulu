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2"/>
  </p:sldIdLst>
  <p:sldSz cy="21374100" cx="30276800"/>
  <p:notesSz cx="5030775" cy="32019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25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lLES6x4p8HaAj4VW4dTGi0m5y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F039C9-41EA-491F-BF92-9D442EE57FDA}">
  <a:tblStyle styleId="{F5F039C9-41EA-491F-BF92-9D442EE57F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25" orient="horz"/>
        <p:guide pos="40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1</a:t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971448" y="1503987"/>
            <a:ext cx="11009745" cy="1037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942896" y="2743488"/>
            <a:ext cx="9066849" cy="123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907"/>
              </a:spcBef>
              <a:spcAft>
                <a:spcPts val="0"/>
              </a:spcAft>
              <a:buClr>
                <a:srgbClr val="888888"/>
              </a:buClr>
              <a:buSzPts val="45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93"/>
              </a:spcBef>
              <a:spcAft>
                <a:spcPts val="0"/>
              </a:spcAft>
              <a:buClr>
                <a:srgbClr val="888888"/>
              </a:buClr>
              <a:buSzPts val="396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1023170" y="3111079"/>
            <a:ext cx="11009745" cy="961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6"/>
              <a:buFont typeface="Calibri"/>
              <a:buNone/>
              <a:defRPr b="1" sz="5666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023170" y="2052013"/>
            <a:ext cx="11009745" cy="105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 sz="2833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10"/>
              </a:spcBef>
              <a:spcAft>
                <a:spcPts val="0"/>
              </a:spcAft>
              <a:buClr>
                <a:srgbClr val="888888"/>
              </a:buClr>
              <a:buSzPts val="2550"/>
              <a:buNone/>
              <a:defRPr sz="25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3"/>
              </a:spcBef>
              <a:spcAft>
                <a:spcPts val="0"/>
              </a:spcAft>
              <a:buClr>
                <a:srgbClr val="888888"/>
              </a:buClr>
              <a:buSzPts val="2266"/>
              <a:buNone/>
              <a:defRPr sz="2266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47632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584260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47632" y="1083723"/>
            <a:ext cx="5723000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47632" y="1535367"/>
            <a:ext cx="5723000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579763" y="1083723"/>
            <a:ext cx="5725248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579763" y="1535367"/>
            <a:ext cx="5725248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47633" y="192761"/>
            <a:ext cx="4261330" cy="820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064123" y="192762"/>
            <a:ext cx="7240887" cy="4132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Char char="•"/>
              <a:defRPr sz="4533"/>
            </a:lvl1pPr>
            <a:lvl2pPr indent="-480441" lvl="1" marL="9144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–"/>
              <a:defRPr sz="3966"/>
            </a:lvl2pPr>
            <a:lvl3pPr indent="-444500" lvl="2" marL="13716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indent="-408496" lvl="3" marL="1828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4pPr>
            <a:lvl5pPr indent="-408495" lvl="4" marL="22860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»"/>
              <a:defRPr sz="2833"/>
            </a:lvl5pPr>
            <a:lvl6pPr indent="-408495" lvl="5" marL="27432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6pPr>
            <a:lvl7pPr indent="-408495" lvl="6" marL="3200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7pPr>
            <a:lvl8pPr indent="-408495" lvl="7" marL="3657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8pPr>
            <a:lvl9pPr indent="-408496" lvl="8" marL="4114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47633" y="1013118"/>
            <a:ext cx="4261330" cy="33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2538808" y="3389014"/>
            <a:ext cx="7771585" cy="400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2538808" y="432593"/>
            <a:ext cx="7771585" cy="29048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2538808" y="3789107"/>
            <a:ext cx="7771585" cy="568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4878755" y="-3101451"/>
            <a:ext cx="3195132" cy="116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8782377" y="802171"/>
            <a:ext cx="4130921" cy="291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2845750" y="-2004234"/>
            <a:ext cx="4130921" cy="8527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 b="0" i="0" sz="62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marR="0" rtl="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Font typeface="Arial"/>
              <a:buChar char="•"/>
              <a:defRPr b="0" i="0" sz="45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0441" lvl="1" marL="914400" marR="0" rtl="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Font typeface="Arial"/>
              <a:buChar char="–"/>
              <a:defRPr b="0" i="0" sz="39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44500" lvl="2" marL="1371600" marR="0" rtl="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8496" lvl="3" marL="1828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–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8495" lvl="4" marL="22860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»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8495" lvl="5" marL="27432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8495" lvl="6" marL="32004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8495" lvl="7" marL="36576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8496" lvl="8" marL="4114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0293766" y="6419850"/>
            <a:ext cx="9175674" cy="366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9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כתב כמויות</a:t>
            </a:r>
            <a:endParaRPr/>
          </a:p>
          <a:p>
            <a:pPr indent="0" lvl="0" marL="0" marR="0" rtl="1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9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010480" y="12693828"/>
            <a:ext cx="9448800" cy="2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{{שם_פרויקט}} {{שם_קומה}}         </a:t>
            </a:r>
            <a:endParaRPr/>
          </a:p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{{מהדורה}}   {{שנה}}</a:t>
            </a:r>
            <a:endParaRPr/>
          </a:p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91" name="Google Shape;91;p1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93" name="Google Shape;93;p1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