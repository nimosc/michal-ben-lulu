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3"/>
  </p:sldId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F039C9-41EA-491F-BF92-9D442EE57FDA}">
  <a:tblStyle styleId="{F5F039C9-41EA-491F-BF92-9D442EE57FD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25" orient="horz"/>
        <p:guide pos="4080"/>
      </p:guideLst>
    </p:cSldViewPr>
  </p:slideViewPr>
</p:viewPr>
</file>

<file path=ppt/_rels/presentation.xml.rels><?xml version="1.0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799875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717800" y="179388"/>
            <a:ext cx="1271588" cy="898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0772" y="1138484"/>
            <a:ext cx="5366174" cy="1079004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799875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70772" y="1138484"/>
            <a:ext cx="5366174" cy="1079004"/>
          </a:xfrm>
          <a:prstGeom prst="rect">
            <a:avLst/>
          </a:prstGeom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717800" y="179388"/>
            <a:ext cx="1271588" cy="898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2" type="hdr"/>
          </p:nvPr>
        </p:nvSpPr>
        <p:spPr>
          <a:xfrm>
            <a:off x="0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:notes"/>
          <p:cNvSpPr txBox="1"/>
          <p:nvPr>
            <p:ph idx="10" type="dt"/>
          </p:nvPr>
        </p:nvSpPr>
        <p:spPr>
          <a:xfrm>
            <a:off x="3799875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8" name="Google Shape;98;p2:notes"/>
          <p:cNvSpPr/>
          <p:nvPr>
            <p:ph idx="3" type="sldImg"/>
          </p:nvPr>
        </p:nvSpPr>
        <p:spPr>
          <a:xfrm>
            <a:off x="2717800" y="179388"/>
            <a:ext cx="1271588" cy="898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70772" y="1138484"/>
            <a:ext cx="5366174" cy="1079004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1</a:t>
            </a:r>
            <a:endParaRPr/>
          </a:p>
        </p:txBody>
      </p:sp>
      <p:sp>
        <p:nvSpPr>
          <p:cNvPr id="100" name="Google Shape;100;p2:notes"/>
          <p:cNvSpPr txBox="1"/>
          <p:nvPr>
            <p:ph idx="11" type="ftr"/>
          </p:nvPr>
        </p:nvSpPr>
        <p:spPr>
          <a:xfrm>
            <a:off x="0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3799875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ctrTitle"/>
          </p:nvPr>
        </p:nvSpPr>
        <p:spPr>
          <a:xfrm>
            <a:off x="971448" y="1503987"/>
            <a:ext cx="11009745" cy="1037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1942896" y="2743488"/>
            <a:ext cx="9066849" cy="1237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907"/>
              </a:spcBef>
              <a:spcAft>
                <a:spcPts val="0"/>
              </a:spcAft>
              <a:buClr>
                <a:srgbClr val="888888"/>
              </a:buClr>
              <a:buSzPts val="4533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93"/>
              </a:spcBef>
              <a:spcAft>
                <a:spcPts val="0"/>
              </a:spcAft>
              <a:buClr>
                <a:srgbClr val="888888"/>
              </a:buClr>
              <a:buSzPts val="396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80"/>
              </a:spcBef>
              <a:spcAft>
                <a:spcPts val="0"/>
              </a:spcAft>
              <a:buClr>
                <a:srgbClr val="888888"/>
              </a:buClr>
              <a:buSzPts val="3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647632" y="1129672"/>
            <a:ext cx="11657378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1023170" y="3111079"/>
            <a:ext cx="11009745" cy="961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66"/>
              <a:buFont typeface="Calibri"/>
              <a:buNone/>
              <a:defRPr b="1" sz="5666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1023170" y="2052013"/>
            <a:ext cx="11009745" cy="10590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 sz="2833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510"/>
              </a:spcBef>
              <a:spcAft>
                <a:spcPts val="0"/>
              </a:spcAft>
              <a:buClr>
                <a:srgbClr val="888888"/>
              </a:buClr>
              <a:buSzPts val="2550"/>
              <a:buNone/>
              <a:defRPr sz="25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53"/>
              </a:spcBef>
              <a:spcAft>
                <a:spcPts val="0"/>
              </a:spcAft>
              <a:buClr>
                <a:srgbClr val="888888"/>
              </a:buClr>
              <a:buSzPts val="2266"/>
              <a:buNone/>
              <a:defRPr sz="2266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647632" y="1129672"/>
            <a:ext cx="5720750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0441" lvl="0" marL="457200" algn="l"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•"/>
              <a:defRPr sz="3966"/>
            </a:lvl1pPr>
            <a:lvl2pPr indent="-444500" lvl="1" marL="9144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–"/>
              <a:defRPr sz="3400"/>
            </a:lvl2pPr>
            <a:lvl3pPr indent="-408496" lvl="2" marL="13716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3pPr>
            <a:lvl4pPr indent="-390525" lvl="3" marL="18288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–"/>
              <a:defRPr sz="2550"/>
            </a:lvl4pPr>
            <a:lvl5pPr indent="-390525" lvl="4" marL="22860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»"/>
              <a:defRPr sz="2550"/>
            </a:lvl5pPr>
            <a:lvl6pPr indent="-390525" lvl="5" marL="27432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6pPr>
            <a:lvl7pPr indent="-390525" lvl="6" marL="32004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7pPr>
            <a:lvl8pPr indent="-390525" lvl="7" marL="3657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8pPr>
            <a:lvl9pPr indent="-390525" lvl="8" marL="41148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6584260" y="1129672"/>
            <a:ext cx="5720750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0441" lvl="0" marL="457200" algn="l"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•"/>
              <a:defRPr sz="3966"/>
            </a:lvl1pPr>
            <a:lvl2pPr indent="-444500" lvl="1" marL="9144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–"/>
              <a:defRPr sz="3400"/>
            </a:lvl2pPr>
            <a:lvl3pPr indent="-408496" lvl="2" marL="13716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3pPr>
            <a:lvl4pPr indent="-390525" lvl="3" marL="18288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–"/>
              <a:defRPr sz="2550"/>
            </a:lvl4pPr>
            <a:lvl5pPr indent="-390525" lvl="4" marL="22860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»"/>
              <a:defRPr sz="2550"/>
            </a:lvl5pPr>
            <a:lvl6pPr indent="-390525" lvl="5" marL="27432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6pPr>
            <a:lvl7pPr indent="-390525" lvl="6" marL="32004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7pPr>
            <a:lvl8pPr indent="-390525" lvl="7" marL="3657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8pPr>
            <a:lvl9pPr indent="-390525" lvl="8" marL="41148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9pPr>
          </a:lstStyle>
          <a:p/>
        </p:txBody>
      </p:sp>
      <p:sp>
        <p:nvSpPr>
          <p:cNvPr id="41" name="Google Shape;41;p8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3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647632" y="1083723"/>
            <a:ext cx="5723000" cy="4516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1pPr>
            <a:lvl2pPr indent="-228600" lvl="1" marL="914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None/>
              <a:defRPr b="1" sz="2833"/>
            </a:lvl2pPr>
            <a:lvl3pPr indent="-228600" lvl="2" marL="1371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b="1" sz="2550"/>
            </a:lvl3pPr>
            <a:lvl4pPr indent="-228600" lvl="3" marL="1828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4pPr>
            <a:lvl5pPr indent="-228600" lvl="4" marL="22860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5pPr>
            <a:lvl6pPr indent="-228600" lvl="5" marL="27432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6pPr>
            <a:lvl7pPr indent="-228600" lvl="6" marL="32004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7pPr>
            <a:lvl8pPr indent="-228600" lvl="7" marL="36576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8pPr>
            <a:lvl9pPr indent="-228600" lvl="8" marL="4114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647632" y="1535367"/>
            <a:ext cx="5723000" cy="27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45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1pPr>
            <a:lvl2pPr indent="-408496" lvl="1" marL="914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2pPr>
            <a:lvl3pPr indent="-390525" lvl="2" marL="1371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3pPr>
            <a:lvl4pPr indent="-372491" lvl="3" marL="1828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–"/>
              <a:defRPr sz="2266"/>
            </a:lvl4pPr>
            <a:lvl5pPr indent="-372491" lvl="4" marL="22860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»"/>
              <a:defRPr sz="2266"/>
            </a:lvl5pPr>
            <a:lvl6pPr indent="-372491" lvl="5" marL="27432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6pPr>
            <a:lvl7pPr indent="-372491" lvl="6" marL="32004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7pPr>
            <a:lvl8pPr indent="-372491" lvl="7" marL="36576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8pPr>
            <a:lvl9pPr indent="-372491" lvl="8" marL="4114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6579763" y="1083723"/>
            <a:ext cx="5725248" cy="4516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1pPr>
            <a:lvl2pPr indent="-228600" lvl="1" marL="914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None/>
              <a:defRPr b="1" sz="2833"/>
            </a:lvl2pPr>
            <a:lvl3pPr indent="-228600" lvl="2" marL="1371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b="1" sz="2550"/>
            </a:lvl3pPr>
            <a:lvl4pPr indent="-228600" lvl="3" marL="1828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4pPr>
            <a:lvl5pPr indent="-228600" lvl="4" marL="22860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5pPr>
            <a:lvl6pPr indent="-228600" lvl="5" marL="27432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6pPr>
            <a:lvl7pPr indent="-228600" lvl="6" marL="32004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7pPr>
            <a:lvl8pPr indent="-228600" lvl="7" marL="36576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8pPr>
            <a:lvl9pPr indent="-228600" lvl="8" marL="4114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9pPr>
          </a:lstStyle>
          <a:p/>
        </p:txBody>
      </p:sp>
      <p:sp>
        <p:nvSpPr>
          <p:cNvPr id="49" name="Google Shape;49;p9"/>
          <p:cNvSpPr txBox="1"/>
          <p:nvPr>
            <p:ph idx="4" type="body"/>
          </p:nvPr>
        </p:nvSpPr>
        <p:spPr>
          <a:xfrm>
            <a:off x="6579763" y="1535367"/>
            <a:ext cx="5725248" cy="27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45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1pPr>
            <a:lvl2pPr indent="-408496" lvl="1" marL="914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2pPr>
            <a:lvl3pPr indent="-390525" lvl="2" marL="1371600" algn="l"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3pPr>
            <a:lvl4pPr indent="-372491" lvl="3" marL="1828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–"/>
              <a:defRPr sz="2266"/>
            </a:lvl4pPr>
            <a:lvl5pPr indent="-372491" lvl="4" marL="22860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»"/>
              <a:defRPr sz="2266"/>
            </a:lvl5pPr>
            <a:lvl6pPr indent="-372491" lvl="5" marL="27432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6pPr>
            <a:lvl7pPr indent="-372491" lvl="6" marL="32004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7pPr>
            <a:lvl8pPr indent="-372491" lvl="7" marL="36576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8pPr>
            <a:lvl9pPr indent="-372491" lvl="8" marL="4114800" algn="l"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9pPr>
          </a:lstStyle>
          <a:p/>
        </p:txBody>
      </p:sp>
      <p:sp>
        <p:nvSpPr>
          <p:cNvPr id="50" name="Google Shape;50;p9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647633" y="192761"/>
            <a:ext cx="4261330" cy="8203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33"/>
              <a:buFont typeface="Calibri"/>
              <a:buNone/>
              <a:defRPr b="1" sz="283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064123" y="192762"/>
            <a:ext cx="7240887" cy="4132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6446" lvl="0" marL="457200" algn="l">
              <a:spcBef>
                <a:spcPts val="907"/>
              </a:spcBef>
              <a:spcAft>
                <a:spcPts val="0"/>
              </a:spcAft>
              <a:buClr>
                <a:schemeClr val="dk1"/>
              </a:buClr>
              <a:buSzPts val="4533"/>
              <a:buChar char="•"/>
              <a:defRPr sz="4533"/>
            </a:lvl1pPr>
            <a:lvl2pPr indent="-480441" lvl="1" marL="914400" algn="l"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–"/>
              <a:defRPr sz="3966"/>
            </a:lvl2pPr>
            <a:lvl3pPr indent="-444500" lvl="2" marL="13716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3pPr>
            <a:lvl4pPr indent="-408496" lvl="3" marL="18288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4pPr>
            <a:lvl5pPr indent="-408495" lvl="4" marL="22860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»"/>
              <a:defRPr sz="2833"/>
            </a:lvl5pPr>
            <a:lvl6pPr indent="-408495" lvl="5" marL="27432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6pPr>
            <a:lvl7pPr indent="-408495" lvl="6" marL="32004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7pPr>
            <a:lvl8pPr indent="-408495" lvl="7" marL="36576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8pPr>
            <a:lvl9pPr indent="-408496" lvl="8" marL="411480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647633" y="1013118"/>
            <a:ext cx="4261330" cy="33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97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sz="1983"/>
            </a:lvl1pPr>
            <a:lvl2pPr indent="-228600" lvl="1" marL="914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indent="-228600" lvl="2" marL="1371600" algn="l">
              <a:spcBef>
                <a:spcPts val="283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3pPr>
            <a:lvl4pPr indent="-228600" lvl="3" marL="18288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4pPr>
            <a:lvl5pPr indent="-228600" lvl="4" marL="22860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5pPr>
            <a:lvl6pPr indent="-228600" lvl="5" marL="27432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6pPr>
            <a:lvl7pPr indent="-228600" lvl="6" marL="32004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7pPr>
            <a:lvl8pPr indent="-228600" lvl="7" marL="36576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8pPr>
            <a:lvl9pPr indent="-228600" lvl="8" marL="41148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2538808" y="3389014"/>
            <a:ext cx="7771585" cy="400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33"/>
              <a:buFont typeface="Calibri"/>
              <a:buNone/>
              <a:defRPr b="1" sz="283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2538808" y="432593"/>
            <a:ext cx="7771585" cy="290486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2538808" y="3789107"/>
            <a:ext cx="7771585" cy="568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97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sz="1983"/>
            </a:lvl1pPr>
            <a:lvl2pPr indent="-228600" lvl="1" marL="914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indent="-228600" lvl="2" marL="1371600" algn="l">
              <a:spcBef>
                <a:spcPts val="283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3pPr>
            <a:lvl4pPr indent="-228600" lvl="3" marL="18288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4pPr>
            <a:lvl5pPr indent="-228600" lvl="4" marL="22860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5pPr>
            <a:lvl6pPr indent="-228600" lvl="5" marL="27432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6pPr>
            <a:lvl7pPr indent="-228600" lvl="6" marL="32004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7pPr>
            <a:lvl8pPr indent="-228600" lvl="7" marL="36576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8pPr>
            <a:lvl9pPr indent="-228600" lvl="8" marL="4114800" algn="l"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4878755" y="-3101451"/>
            <a:ext cx="3195132" cy="116573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8782377" y="802171"/>
            <a:ext cx="4130921" cy="291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2845750" y="-2004234"/>
            <a:ext cx="4130921" cy="8527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3"/>
              <a:buFont typeface="Calibri"/>
              <a:buNone/>
              <a:defRPr b="0" i="0" sz="62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47632" y="1129672"/>
            <a:ext cx="11657378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6446" lvl="0" marL="457200" marR="0" rtl="0" algn="l">
              <a:spcBef>
                <a:spcPts val="907"/>
              </a:spcBef>
              <a:spcAft>
                <a:spcPts val="0"/>
              </a:spcAft>
              <a:buClr>
                <a:schemeClr val="dk1"/>
              </a:buClr>
              <a:buSzPts val="4533"/>
              <a:buFont typeface="Arial"/>
              <a:buChar char="•"/>
              <a:defRPr b="0" i="0" sz="45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80441" lvl="1" marL="914400" marR="0" rtl="0" algn="l"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Font typeface="Arial"/>
              <a:buChar char="–"/>
              <a:defRPr b="0" i="0" sz="396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44500" lvl="2" marL="1371600" marR="0" rtl="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  <a:defRPr b="0" i="0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8496" lvl="3" marL="18288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–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8495" lvl="4" marL="22860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»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8495" lvl="5" marL="27432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8495" lvl="6" marL="32004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8495" lvl="7" marL="36576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8496" lvl="8" marL="4114800" marR="0" rtl="0" algn="l"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hyperlink" Target="https://www.davidegroppi.com/en/products/magia-p11708" TargetMode="External"/><Relationship Id="rId6" Type="http://schemas.openxmlformats.org/officeDocument/2006/relationships/hyperlink" Target="https://www.davidegroppi.com/en/products/magia-p1170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0293766" y="6419850"/>
            <a:ext cx="9175674" cy="3667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19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כתב כמויות</a:t>
            </a:r>
            <a:endParaRPr/>
          </a:p>
          <a:p>
            <a:pPr indent="0" lvl="0" marL="0" marR="0" rtl="1" algn="ctr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19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גופי תאורה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010480" y="12693828"/>
            <a:ext cx="9448800" cy="21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89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פרויקט קומה 1         </a:t>
            </a:r>
            <a:endParaRPr/>
          </a:p>
          <a:p>
            <a:pPr indent="0" lvl="0" marL="0" marR="0" rtl="1" algn="ctr">
              <a:lnSpc>
                <a:spcPct val="89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מהדורה 1   2026</a:t>
            </a:r>
            <a:endParaRPr/>
          </a:p>
          <a:p>
            <a:pPr indent="0" lvl="0" marL="0" marR="0" rtl="1" algn="ctr">
              <a:lnSpc>
                <a:spcPct val="894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" name="Google Shape;90;p1"/>
          <p:cNvGrpSpPr/>
          <p:nvPr/>
        </p:nvGrpSpPr>
        <p:grpSpPr>
          <a:xfrm>
            <a:off x="673920" y="623695"/>
            <a:ext cx="1123323" cy="1821270"/>
            <a:chOff x="63500" y="63461"/>
            <a:chExt cx="829950" cy="1345607"/>
          </a:xfrm>
        </p:grpSpPr>
        <p:sp>
          <p:nvSpPr>
            <p:cNvPr id="91" name="Google Shape;91;p1"/>
            <p:cNvSpPr/>
            <p:nvPr/>
          </p:nvSpPr>
          <p:spPr>
            <a:xfrm>
              <a:off x="170515" y="63461"/>
              <a:ext cx="722935" cy="723052"/>
            </a:xfrm>
            <a:custGeom>
              <a:rect b="b" l="l" r="r" t="t"/>
              <a:pathLst>
                <a:path extrusionOk="0" h="723052" w="722935">
                  <a:moveTo>
                    <a:pt x="722935" y="175173"/>
                  </a:moveTo>
                  <a:lnTo>
                    <a:pt x="83867" y="3849"/>
                  </a:lnTo>
                  <a:cubicBezTo>
                    <a:pt x="23669" y="-12280"/>
                    <a:pt x="-12272" y="23788"/>
                    <a:pt x="3857" y="83859"/>
                  </a:cubicBezTo>
                  <a:lnTo>
                    <a:pt x="175054" y="723052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63500" y="504191"/>
              <a:ext cx="25400" cy="904877"/>
            </a:xfrm>
            <a:custGeom>
              <a:rect b="b" l="l" r="r" t="t"/>
              <a:pathLst>
                <a:path extrusionOk="0" h="904877" w="25400">
                  <a:moveTo>
                    <a:pt x="25400" y="0"/>
                  </a:moveTo>
                  <a:lnTo>
                    <a:pt x="25400" y="904877"/>
                  </a:lnTo>
                  <a:lnTo>
                    <a:pt x="0" y="904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</p:sp>
      </p:grpSp>
      <p:cxnSp>
        <p:nvCxnSpPr>
          <p:cNvPr id="93" name="Google Shape;93;p1"/>
          <p:cNvCxnSpPr/>
          <p:nvPr/>
        </p:nvCxnSpPr>
        <p:spPr>
          <a:xfrm>
            <a:off x="587974" y="2759792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"/>
          <p:cNvSpPr txBox="1"/>
          <p:nvPr/>
        </p:nvSpPr>
        <p:spPr>
          <a:xfrm>
            <a:off x="1030929" y="1859189"/>
            <a:ext cx="13850674" cy="645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30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Michal Ben Loulou - Lighting design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"/>
          <p:cNvGrpSpPr/>
          <p:nvPr/>
        </p:nvGrpSpPr>
        <p:grpSpPr>
          <a:xfrm>
            <a:off x="551218" y="3955942"/>
            <a:ext cx="10901842" cy="12116380"/>
            <a:chOff x="0" y="0"/>
            <a:chExt cx="23205235" cy="24059389"/>
          </a:xfrm>
        </p:grpSpPr>
        <p:sp>
          <p:nvSpPr>
            <p:cNvPr id="104" name="Google Shape;104;p2"/>
            <p:cNvSpPr/>
            <p:nvPr/>
          </p:nvSpPr>
          <p:spPr>
            <a:xfrm>
              <a:off x="23018" y="61678"/>
              <a:ext cx="23159193" cy="23936091"/>
            </a:xfrm>
            <a:custGeom>
              <a:rect b="b" l="l" r="r" t="t"/>
              <a:pathLst>
                <a:path extrusionOk="0" h="23936091" w="23159193">
                  <a:moveTo>
                    <a:pt x="0" y="0"/>
                  </a:moveTo>
                  <a:lnTo>
                    <a:pt x="23159193" y="0"/>
                  </a:lnTo>
                  <a:lnTo>
                    <a:pt x="23159193" y="23936091"/>
                  </a:lnTo>
                  <a:lnTo>
                    <a:pt x="0" y="23936091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60" l="-1948" r="-1941" t="-257"/>
              </a:stretch>
            </a:blipFill>
            <a:ln>
              <a:noFill/>
            </a:ln>
          </p:spPr>
        </p:sp>
        <p:sp>
          <p:nvSpPr>
            <p:cNvPr id="105" name="Google Shape;105;p2"/>
            <p:cNvSpPr/>
            <p:nvPr/>
          </p:nvSpPr>
          <p:spPr>
            <a:xfrm>
              <a:off x="0" y="0"/>
              <a:ext cx="23205235" cy="24059389"/>
            </a:xfrm>
            <a:custGeom>
              <a:rect b="b" l="l" r="r" t="t"/>
              <a:pathLst>
                <a:path extrusionOk="0" h="24059389" w="23205235">
                  <a:moveTo>
                    <a:pt x="23018" y="0"/>
                  </a:moveTo>
                  <a:lnTo>
                    <a:pt x="23182211" y="0"/>
                  </a:lnTo>
                  <a:cubicBezTo>
                    <a:pt x="23194879" y="0"/>
                    <a:pt x="23205235" y="27413"/>
                    <a:pt x="23205235" y="61678"/>
                  </a:cubicBezTo>
                  <a:lnTo>
                    <a:pt x="23205235" y="23997769"/>
                  </a:lnTo>
                  <a:cubicBezTo>
                    <a:pt x="23205235" y="24031708"/>
                    <a:pt x="23195000" y="24059389"/>
                    <a:pt x="23182211" y="24059389"/>
                  </a:cubicBezTo>
                  <a:lnTo>
                    <a:pt x="23018" y="24059389"/>
                  </a:lnTo>
                  <a:cubicBezTo>
                    <a:pt x="10352" y="24059389"/>
                    <a:pt x="0" y="24032035"/>
                    <a:pt x="0" y="23997769"/>
                  </a:cubicBezTo>
                  <a:lnTo>
                    <a:pt x="0" y="61678"/>
                  </a:lnTo>
                  <a:cubicBezTo>
                    <a:pt x="0" y="27413"/>
                    <a:pt x="10230" y="0"/>
                    <a:pt x="23018" y="0"/>
                  </a:cubicBezTo>
                  <a:moveTo>
                    <a:pt x="23018" y="123030"/>
                  </a:moveTo>
                  <a:lnTo>
                    <a:pt x="23018" y="61678"/>
                  </a:lnTo>
                  <a:lnTo>
                    <a:pt x="45914" y="61678"/>
                  </a:lnTo>
                  <a:lnTo>
                    <a:pt x="45914" y="23997769"/>
                  </a:lnTo>
                  <a:lnTo>
                    <a:pt x="23018" y="23997769"/>
                  </a:lnTo>
                  <a:lnTo>
                    <a:pt x="23018" y="23936091"/>
                  </a:lnTo>
                  <a:lnTo>
                    <a:pt x="23182211" y="23936091"/>
                  </a:lnTo>
                  <a:lnTo>
                    <a:pt x="23182211" y="23997769"/>
                  </a:lnTo>
                  <a:lnTo>
                    <a:pt x="23159194" y="23997769"/>
                  </a:lnTo>
                  <a:lnTo>
                    <a:pt x="23159194" y="61678"/>
                  </a:lnTo>
                  <a:lnTo>
                    <a:pt x="23182211" y="61678"/>
                  </a:lnTo>
                  <a:lnTo>
                    <a:pt x="23182211" y="123030"/>
                  </a:lnTo>
                  <a:lnTo>
                    <a:pt x="23018" y="123030"/>
                  </a:lnTo>
                  <a:close/>
                </a:path>
              </a:pathLst>
            </a:custGeom>
            <a:solidFill>
              <a:srgbClr val="D9D5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6" name="Google Shape;106;p2"/>
          <p:cNvCxnSpPr/>
          <p:nvPr/>
        </p:nvCxnSpPr>
        <p:spPr>
          <a:xfrm>
            <a:off x="551217" y="18233580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2"/>
          <p:cNvCxnSpPr/>
          <p:nvPr/>
        </p:nvCxnSpPr>
        <p:spPr>
          <a:xfrm rot="10800000">
            <a:off x="3819363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2"/>
          <p:cNvCxnSpPr/>
          <p:nvPr/>
        </p:nvCxnSpPr>
        <p:spPr>
          <a:xfrm rot="10800000">
            <a:off x="8414194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2"/>
          <p:cNvCxnSpPr/>
          <p:nvPr/>
        </p:nvCxnSpPr>
        <p:spPr>
          <a:xfrm rot="10800000">
            <a:off x="13731555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2"/>
          <p:cNvCxnSpPr/>
          <p:nvPr/>
        </p:nvCxnSpPr>
        <p:spPr>
          <a:xfrm rot="10800000">
            <a:off x="18262450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2"/>
          <p:cNvCxnSpPr/>
          <p:nvPr/>
        </p:nvCxnSpPr>
        <p:spPr>
          <a:xfrm rot="10800000">
            <a:off x="22394375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2"/>
          <p:cNvGrpSpPr/>
          <p:nvPr/>
        </p:nvGrpSpPr>
        <p:grpSpPr>
          <a:xfrm>
            <a:off x="520494" y="19283361"/>
            <a:ext cx="14617906" cy="845044"/>
            <a:chOff x="0" y="-19050"/>
            <a:chExt cx="10475254" cy="605561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10475245" cy="586507"/>
            </a:xfrm>
            <a:custGeom>
              <a:rect b="b" l="l" r="r" t="t"/>
              <a:pathLst>
                <a:path extrusionOk="0" h="586507" w="10475245">
                  <a:moveTo>
                    <a:pt x="0" y="0"/>
                  </a:moveTo>
                  <a:lnTo>
                    <a:pt x="10475245" y="0"/>
                  </a:lnTo>
                  <a:lnTo>
                    <a:pt x="10475245" y="586507"/>
                  </a:lnTo>
                  <a:lnTo>
                    <a:pt x="0" y="5865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79148" l="0" r="34155" t="-179148"/>
              </a:stretch>
            </a:blipFill>
            <a:ln>
              <a:noFill/>
            </a:ln>
          </p:spPr>
        </p:sp>
        <p:sp>
          <p:nvSpPr>
            <p:cNvPr id="114" name="Google Shape;114;p2"/>
            <p:cNvSpPr txBox="1"/>
            <p:nvPr/>
          </p:nvSpPr>
          <p:spPr>
            <a:xfrm>
              <a:off x="0" y="-19050"/>
              <a:ext cx="10475254" cy="605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1" algn="l">
                <a:lnSpc>
                  <a:spcPct val="992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w-IL" sz="24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https://example.com/p</a:t>
              </a:r>
              <a:endParaRPr/>
            </a:p>
          </p:txBody>
        </p:sp>
      </p:grpSp>
      <p:graphicFrame>
        <p:nvGraphicFramePr>
          <p:cNvPr id="115" name="Google Shape;115;p2"/>
          <p:cNvGraphicFramePr/>
          <p:nvPr/>
        </p:nvGraphicFramePr>
        <p:xfrm>
          <a:off x="24041111" y="897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3834975"/>
                <a:gridCol w="2087925"/>
              </a:tblGrid>
              <a:tr h="10654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אופטיקה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90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כן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רפלקטור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3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{{lensCover}}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עדשה/כיסוי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8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{{beamAngle}}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זווית הארה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3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{{adjustment}}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כיוונון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6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{{lightDistribution}}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פיזור אור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6" name="Google Shape;116;p2"/>
          <p:cNvCxnSpPr/>
          <p:nvPr/>
        </p:nvCxnSpPr>
        <p:spPr>
          <a:xfrm rot="10800000">
            <a:off x="28404899" y="3955942"/>
            <a:ext cx="7889" cy="982150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2"/>
          <p:cNvSpPr txBox="1"/>
          <p:nvPr/>
        </p:nvSpPr>
        <p:spPr>
          <a:xfrm>
            <a:off x="20411786" y="7694848"/>
            <a:ext cx="778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2235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מטבח, סלון</a:t>
            </a:r>
            <a:endParaRPr/>
          </a:p>
        </p:txBody>
      </p:sp>
      <p:cxnSp>
        <p:nvCxnSpPr>
          <p:cNvPr id="118" name="Google Shape;118;p2"/>
          <p:cNvCxnSpPr/>
          <p:nvPr/>
        </p:nvCxnSpPr>
        <p:spPr>
          <a:xfrm>
            <a:off x="19721644" y="4843305"/>
            <a:ext cx="8085858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"/>
          <p:cNvCxnSpPr/>
          <p:nvPr/>
        </p:nvCxnSpPr>
        <p:spPr>
          <a:xfrm rot="10800000">
            <a:off x="26550376" y="16717491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20" name="Google Shape;120;p2"/>
          <p:cNvGraphicFramePr/>
          <p:nvPr/>
        </p:nvGraphicFramePr>
        <p:xfrm>
          <a:off x="17254238" y="897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3758350"/>
                <a:gridCol w="2882150"/>
              </a:tblGrid>
              <a:tr h="10587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נתוני חשמל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361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{{lampLife}}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אורך חיים של מקור האור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8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{{efficiency}}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יעילות גוף תאורה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8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{{glare}}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רמת סינוור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62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{{driverLocation}}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מיקום ציוד עזר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36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{{dimmingMethod}}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שיטת שליטה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" name="Google Shape;121;p2"/>
          <p:cNvGraphicFramePr/>
          <p:nvPr/>
        </p:nvGraphicFramePr>
        <p:xfrm>
          <a:off x="11660249" y="89900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{F5F039C9-41EA-491F-BF92-9D442EE57FDA}</a:tableStyleId>
              </a:tblPr>
              <a:tblGrid>
                <a:gridCol w="2751450"/>
                <a:gridCol w="2653225"/>
              </a:tblGrid>
              <a:tr h="9484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נתונים פיזיים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0587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90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{{finishColor}}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צבע גמר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{{bodyDiameter}}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קוטר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7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{{bodyWidth}}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רוחב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{{bodyHeight}}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גובה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06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{{rosetteType}}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סוג רוזטה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81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יבואן בדיקה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יבואן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2" name="Google Shape;122;p2"/>
          <p:cNvCxnSpPr/>
          <p:nvPr/>
        </p:nvCxnSpPr>
        <p:spPr>
          <a:xfrm>
            <a:off x="551217" y="16607970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" name="Google Shape;123;p2"/>
          <p:cNvGrpSpPr/>
          <p:nvPr/>
        </p:nvGrpSpPr>
        <p:grpSpPr>
          <a:xfrm>
            <a:off x="673920" y="623695"/>
            <a:ext cx="1123323" cy="1821270"/>
            <a:chOff x="63500" y="63461"/>
            <a:chExt cx="829950" cy="1345607"/>
          </a:xfrm>
        </p:grpSpPr>
        <p:sp>
          <p:nvSpPr>
            <p:cNvPr id="124" name="Google Shape;124;p2"/>
            <p:cNvSpPr/>
            <p:nvPr/>
          </p:nvSpPr>
          <p:spPr>
            <a:xfrm>
              <a:off x="170515" y="63461"/>
              <a:ext cx="722935" cy="723052"/>
            </a:xfrm>
            <a:custGeom>
              <a:rect b="b" l="l" r="r" t="t"/>
              <a:pathLst>
                <a:path extrusionOk="0" h="723052" w="722935">
                  <a:moveTo>
                    <a:pt x="722935" y="175173"/>
                  </a:moveTo>
                  <a:lnTo>
                    <a:pt x="83867" y="3849"/>
                  </a:lnTo>
                  <a:cubicBezTo>
                    <a:pt x="23669" y="-12280"/>
                    <a:pt x="-12272" y="23788"/>
                    <a:pt x="3857" y="83859"/>
                  </a:cubicBezTo>
                  <a:lnTo>
                    <a:pt x="175054" y="723052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63500" y="504191"/>
              <a:ext cx="25400" cy="904877"/>
            </a:xfrm>
            <a:custGeom>
              <a:rect b="b" l="l" r="r" t="t"/>
              <a:pathLst>
                <a:path extrusionOk="0" h="904877" w="25400">
                  <a:moveTo>
                    <a:pt x="25400" y="0"/>
                  </a:moveTo>
                  <a:lnTo>
                    <a:pt x="25400" y="904877"/>
                  </a:lnTo>
                  <a:lnTo>
                    <a:pt x="0" y="904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</p:sp>
      </p:grpSp>
      <p:cxnSp>
        <p:nvCxnSpPr>
          <p:cNvPr id="126" name="Google Shape;126;p2"/>
          <p:cNvCxnSpPr/>
          <p:nvPr/>
        </p:nvCxnSpPr>
        <p:spPr>
          <a:xfrm>
            <a:off x="587974" y="2759792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2"/>
          <p:cNvSpPr txBox="1"/>
          <p:nvPr/>
        </p:nvSpPr>
        <p:spPr>
          <a:xfrm>
            <a:off x="19440713" y="1938928"/>
            <a:ext cx="10523289" cy="583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891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כתב כמויות תאורה | פרויקט בדיקה פרויקט בדיקה  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28703845" y="3554022"/>
            <a:ext cx="776596" cy="1526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99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16429952" y="4281950"/>
            <a:ext cx="113139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3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 PRODUCT</a:t>
            </a:r>
            <a:r>
              <a:rPr b="0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davide  |   דגם  ויצרן  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12525580" y="5786534"/>
            <a:ext cx="154638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תיאור בדיקה 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1030929" y="16951522"/>
            <a:ext cx="2073029" cy="11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96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90&lt;</a:t>
            </a:r>
            <a:endParaRPr/>
          </a:p>
          <a:p>
            <a:pPr indent="0" lvl="0" marL="0" marR="0" rtl="0" algn="ctr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5118489" y="16980544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1000lm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לומן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9634818" y="16965015"/>
            <a:ext cx="2747850" cy="1298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3000K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גוון אור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14840535" y="16893285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10W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הספק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19291899" y="16965015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24V</a:t>
            </a:r>
            <a:endParaRPr/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מתח/ זרם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27407412" y="16922862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1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סה”כ (יח’/מטרים)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23509751" y="16925479"/>
            <a:ext cx="2073029" cy="990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IP20</a:t>
            </a:r>
            <a:endParaRPr/>
          </a:p>
          <a:p>
            <a:pPr indent="0" lvl="0" marL="0" marR="0" rtl="1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מוגנות מים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18686846" y="5089180"/>
            <a:ext cx="9193867" cy="459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מק”ט: </a:t>
            </a:r>
            <a:r>
              <a:rPr b="1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SKU-1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18823742" y="6884036"/>
            <a:ext cx="91938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מקור אור/נורה: {{l</a:t>
            </a: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ightSource}} 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19138343" y="18567433"/>
            <a:ext cx="10815900" cy="23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הערות: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דרייבר יסופק ע”י ספק גופי תאורה לאחר תיאום מול יועץ בקרה חכם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גופי תאורה לעמעום חייבים לעבור אישור יועץ בקר חכם שהגוף תאורה ניתן לעמעום של עד 1%</a:t>
            </a:r>
            <a:endParaRPr/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קישור לדף הוראות התקנת גוף תאורה</a:t>
            </a:r>
            <a:r>
              <a:rPr b="1" lang="iw-IL" sz="2400">
                <a:latin typeface="Calibri"/>
                <a:ea typeface="Calibri"/>
                <a:cs typeface="Calibri"/>
                <a:sym typeface="Calibri"/>
              </a:rPr>
              <a:t>רה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400" u="sng">
                <a:solidFill>
                  <a:schemeClr val="dk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https://example.com/m.pdf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1030929" y="1859189"/>
            <a:ext cx="13850674" cy="645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30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Michal Ben Loulou - Lighting design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